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76269888-72A1-4207-8CCB-CF7FF1D8FF83}">
          <p14:sldIdLst>
            <p14:sldId id="291"/>
          </p14:sldIdLst>
        </p14:section>
        <p14:section name="Untitled Section" id="{F3966479-2D94-454F-AE43-4C43EBEC2B7A}">
          <p14:sldIdLst/>
        </p14:section>
        <p14:section name="Untitled Section" id="{6231E712-DAA5-45D7-A44F-9BBC203BA8A8}">
          <p14:sldIdLst>
            <p14:sldId id="281"/>
            <p14:sldId id="290"/>
            <p14:sldId id="293"/>
            <p14:sldId id="294"/>
            <p14:sldId id="296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9/2/2026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AU"/>
          </a:p>
        </p:txBody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AU"/>
          </a:p>
        </p:txBody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AU"/>
          </a:p>
        </p:txBody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AU"/>
          </a:p>
        </p:txBody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AU"/>
          </a:p>
        </p:txBody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9/2/2026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9/2/2026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9/2/2026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9/2/2026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9/2/2026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9/2/2026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jpg"/><Relationship Id="rId3" Type="http://schemas.openxmlformats.org/officeDocument/2006/relationships/image" Target="../media/image2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svg"/><Relationship Id="rId11" Type="http://schemas.openxmlformats.org/officeDocument/2006/relationships/image" Target="../media/image11.png"/><Relationship Id="rId5" Type="http://schemas.openxmlformats.org/officeDocument/2006/relationships/image" Target="../media/image5.svg"/><Relationship Id="rId15" Type="http://schemas.openxmlformats.org/officeDocument/2006/relationships/image" Target="../media/image3.png"/><Relationship Id="rId10" Type="http://schemas.openxmlformats.org/officeDocument/2006/relationships/image" Target="../media/image10.png"/><Relationship Id="rId4" Type="http://schemas.openxmlformats.org/officeDocument/2006/relationships/image" Target="../media/image4.svg"/><Relationship Id="rId9" Type="http://schemas.openxmlformats.org/officeDocument/2006/relationships/image" Target="../media/image9.jpg"/><Relationship Id="rId14" Type="http://schemas.openxmlformats.org/officeDocument/2006/relationships/image" Target="../media/image1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image" Target="../media/image16.svg"/><Relationship Id="rId4" Type="http://schemas.openxmlformats.org/officeDocument/2006/relationships/image" Target="../media/image15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image" Target="../media/image18.svg"/><Relationship Id="rId4" Type="http://schemas.openxmlformats.org/officeDocument/2006/relationships/image" Target="../media/image17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abs/2505.23822" TargetMode="External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hyperlink" Target="https://arxiv.org/abs/2502.20213" TargetMode="External"/><Relationship Id="rId4" Type="http://schemas.openxmlformats.org/officeDocument/2006/relationships/hyperlink" Target="https://arxiv.org/abs/2505.22863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2076450"/>
            <a:ext cx="5924550" cy="45943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– SIH 26094</a:t>
            </a:r>
          </a:p>
          <a:p>
            <a:pPr marL="285750" indent="-28575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Title-</a:t>
            </a:r>
            <a:r>
              <a:rPr lang="en-AU" b="1" dirty="0"/>
              <a:t>AI-Powered Dynamic Mental Health Monitoring and Distress Prediction System for Victims of Atrocities</a:t>
            </a: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Theme- </a:t>
            </a:r>
            <a:r>
              <a:rPr lang="en-AU" b="1" dirty="0"/>
              <a:t>MedTech / Biotech / HealthTech</a:t>
            </a: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PS Category:- Software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ID:-  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Name:- Team </a:t>
            </a:r>
            <a:r>
              <a:rPr lang="en-US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Omnicron</a:t>
            </a:r>
            <a:endParaRPr lang="en-IN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EE29524-05FB-811A-A242-A500F96C4B3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-9245"/>
            <a:ext cx="833120" cy="8331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-379609"/>
            <a:ext cx="10972800" cy="1143000"/>
          </a:xfrm>
        </p:spPr>
        <p:txBody>
          <a:bodyPr/>
          <a:lstStyle/>
          <a:p>
            <a:pPr eaLnBrk="1" hangingPunct="1"/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IDEA TITLE</a:t>
            </a: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-29191" y="788262"/>
            <a:ext cx="12118277" cy="11387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800" b="1" u="sng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Proposed Solution :-</a:t>
            </a:r>
            <a:endParaRPr lang="en-US" sz="28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endParaRPr lang="en-US" sz="20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11230" y="-27392"/>
            <a:ext cx="2249850" cy="1062337"/>
          </a:xfrm>
          <a:prstGeom prst="rect">
            <a:avLst/>
          </a:prstGeom>
        </p:spPr>
      </p:pic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1CEAA866-ACC3-56EB-ADB2-509FF7A6793F}"/>
              </a:ext>
            </a:extLst>
          </p:cNvPr>
          <p:cNvSpPr/>
          <p:nvPr/>
        </p:nvSpPr>
        <p:spPr>
          <a:xfrm>
            <a:off x="369520" y="1538533"/>
            <a:ext cx="3664477" cy="4542071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Our solution is a consent-based AI-assisted mental health monitoring platform that identifies early signs of distress by tracking changes in an individual’s behavioural patterns over time.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The AI engine analyses deviations from this baseline and generates Low, Moderate or High risk alerts with clear reasons behind each flag. High-risk cases are prioritised on counsellor and authority dashboards for timely support.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The system follows a human-in-the-loop approach: AI assists in early identification, while trained professionals make the final assessment and intervention decisions. Privacy, informed consent and secure data handling remain central to the solution.</a:t>
            </a:r>
          </a:p>
          <a:p>
            <a:pPr algn="ctr"/>
            <a:endParaRPr lang="en-AU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15461" name="Connector 78">
            <a:extLst>
              <a:ext uri="{FF2B5EF4-FFF2-40B4-BE49-F238E27FC236}">
                <a16:creationId xmlns:a16="http://schemas.microsoft.com/office/drawing/2014/main" id="{31C70EB5-7150-92F2-DCEE-DC4B52101725}"/>
              </a:ext>
            </a:extLst>
          </p:cNvPr>
          <p:cNvCxnSpPr/>
          <p:nvPr/>
        </p:nvCxnSpPr>
        <p:spPr>
          <a:xfrm flipH="1">
            <a:off x="8371050" y="6464808"/>
            <a:ext cx="1554480" cy="0"/>
          </a:xfrm>
          <a:prstGeom prst="line">
            <a:avLst/>
          </a:prstGeom>
          <a:ln w="15875">
            <a:solidFill>
              <a:srgbClr val="3A3A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773" name="Rounded Rectangle 4">
            <a:extLst>
              <a:ext uri="{FF2B5EF4-FFF2-40B4-BE49-F238E27FC236}">
                <a16:creationId xmlns:a16="http://schemas.microsoft.com/office/drawing/2014/main" id="{E9EB54E7-21A8-656F-946E-BA6D47118AF1}"/>
              </a:ext>
            </a:extLst>
          </p:cNvPr>
          <p:cNvSpPr/>
          <p:nvPr/>
        </p:nvSpPr>
        <p:spPr>
          <a:xfrm>
            <a:off x="5470336" y="1584095"/>
            <a:ext cx="634227" cy="211409"/>
          </a:xfrm>
          <a:prstGeom prst="roundRect">
            <a:avLst/>
          </a:prstGeom>
          <a:solidFill>
            <a:srgbClr val="2AC76F"/>
          </a:solidFill>
          <a:ln w="6985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" tIns="0" rIns="13716" bIns="0" rtlCol="0" anchor="ctr"/>
          <a:lstStyle/>
          <a:p>
            <a:pPr algn="ctr"/>
            <a:r>
              <a:rPr sz="514" b="1">
                <a:solidFill>
                  <a:srgbClr val="000000"/>
                </a:solidFill>
                <a:latin typeface="Aptos"/>
              </a:rPr>
              <a:t>MTL Prediction</a:t>
            </a:r>
            <a:br/>
            <a:r>
              <a:rPr sz="538" b="1">
                <a:latin typeface="Aptos"/>
              </a:rPr>
              <a:t>Prompt</a:t>
            </a:r>
          </a:p>
        </p:txBody>
      </p:sp>
      <p:sp>
        <p:nvSpPr>
          <p:cNvPr id="15774" name="Rounded Rectangle 5">
            <a:extLst>
              <a:ext uri="{FF2B5EF4-FFF2-40B4-BE49-F238E27FC236}">
                <a16:creationId xmlns:a16="http://schemas.microsoft.com/office/drawing/2014/main" id="{7C639926-136C-D446-AA8F-079E80096FF4}"/>
              </a:ext>
            </a:extLst>
          </p:cNvPr>
          <p:cNvSpPr/>
          <p:nvPr/>
        </p:nvSpPr>
        <p:spPr>
          <a:xfrm>
            <a:off x="5470336" y="1845247"/>
            <a:ext cx="634227" cy="211409"/>
          </a:xfrm>
          <a:prstGeom prst="roundRect">
            <a:avLst/>
          </a:prstGeom>
          <a:solidFill>
            <a:srgbClr val="FF999F"/>
          </a:solidFill>
          <a:ln w="6985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" tIns="0" rIns="13716" bIns="0" rtlCol="0" anchor="ctr"/>
          <a:lstStyle/>
          <a:p>
            <a:pPr algn="ctr"/>
            <a:r>
              <a:rPr sz="514" b="1">
                <a:solidFill>
                  <a:srgbClr val="000000"/>
                </a:solidFill>
                <a:latin typeface="Aptos"/>
              </a:rPr>
              <a:t>Tokenizer</a:t>
            </a:r>
          </a:p>
        </p:txBody>
      </p:sp>
      <p:sp>
        <p:nvSpPr>
          <p:cNvPr id="15775" name="Rounded Rectangle 6">
            <a:extLst>
              <a:ext uri="{FF2B5EF4-FFF2-40B4-BE49-F238E27FC236}">
                <a16:creationId xmlns:a16="http://schemas.microsoft.com/office/drawing/2014/main" id="{2579A511-1192-66B0-A523-66B8751E2ED4}"/>
              </a:ext>
            </a:extLst>
          </p:cNvPr>
          <p:cNvSpPr/>
          <p:nvPr/>
        </p:nvSpPr>
        <p:spPr>
          <a:xfrm>
            <a:off x="5470336" y="2106400"/>
            <a:ext cx="634227" cy="198973"/>
          </a:xfrm>
          <a:prstGeom prst="roundRect">
            <a:avLst/>
          </a:prstGeom>
          <a:solidFill>
            <a:srgbClr val="FFD639"/>
          </a:solidFill>
          <a:ln w="6985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" tIns="0" rIns="13716" bIns="0" rtlCol="0" anchor="ctr"/>
          <a:lstStyle/>
          <a:p>
            <a:pPr algn="ctr"/>
            <a:r>
              <a:rPr sz="538" b="1">
                <a:solidFill>
                  <a:srgbClr val="000000"/>
                </a:solidFill>
                <a:latin typeface="Aptos"/>
              </a:rPr>
              <a:t>Text</a:t>
            </a:r>
          </a:p>
        </p:txBody>
      </p:sp>
      <p:sp>
        <p:nvSpPr>
          <p:cNvPr id="15776" name="TextBox 15775">
            <a:extLst>
              <a:ext uri="{FF2B5EF4-FFF2-40B4-BE49-F238E27FC236}">
                <a16:creationId xmlns:a16="http://schemas.microsoft.com/office/drawing/2014/main" id="{CD15726B-D4B2-85AF-90EC-F872CD763773}"/>
              </a:ext>
            </a:extLst>
          </p:cNvPr>
          <p:cNvSpPr txBox="1"/>
          <p:nvPr/>
        </p:nvSpPr>
        <p:spPr>
          <a:xfrm>
            <a:off x="5488990" y="2299155"/>
            <a:ext cx="596920" cy="11192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546" b="1">
                <a:solidFill>
                  <a:srgbClr val="000000"/>
                </a:solidFill>
                <a:latin typeface="Aptos Display"/>
              </a:rPr>
              <a:t>Baseline A</a:t>
            </a:r>
          </a:p>
        </p:txBody>
      </p:sp>
      <p:sp>
        <p:nvSpPr>
          <p:cNvPr id="15777" name="Rounded Rectangle 8">
            <a:extLst>
              <a:ext uri="{FF2B5EF4-FFF2-40B4-BE49-F238E27FC236}">
                <a16:creationId xmlns:a16="http://schemas.microsoft.com/office/drawing/2014/main" id="{B40421F4-AC03-8BFB-09F5-E3025FA99750}"/>
              </a:ext>
            </a:extLst>
          </p:cNvPr>
          <p:cNvSpPr/>
          <p:nvPr/>
        </p:nvSpPr>
        <p:spPr>
          <a:xfrm>
            <a:off x="6384370" y="1689799"/>
            <a:ext cx="833201" cy="261152"/>
          </a:xfrm>
          <a:prstGeom prst="roundRect">
            <a:avLst/>
          </a:prstGeom>
          <a:solidFill>
            <a:srgbClr val="63CDCA"/>
          </a:solidFill>
          <a:ln w="6985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" tIns="0" rIns="13716" bIns="0" rtlCol="0" anchor="ctr"/>
          <a:lstStyle/>
          <a:p>
            <a:pPr algn="ctr"/>
            <a:r>
              <a:rPr sz="514" b="1">
                <a:solidFill>
                  <a:srgbClr val="000000"/>
                </a:solidFill>
                <a:latin typeface="Aptos"/>
              </a:rPr>
              <a:t>P-Tuned</a:t>
            </a:r>
            <a:br/>
            <a:r>
              <a:rPr sz="538" b="1">
                <a:latin typeface="Aptos"/>
              </a:rPr>
              <a:t>Mental-Alpaca</a:t>
            </a:r>
          </a:p>
        </p:txBody>
      </p:sp>
      <p:sp>
        <p:nvSpPr>
          <p:cNvPr id="15778" name="Rounded Rectangle 9">
            <a:extLst>
              <a:ext uri="{FF2B5EF4-FFF2-40B4-BE49-F238E27FC236}">
                <a16:creationId xmlns:a16="http://schemas.microsoft.com/office/drawing/2014/main" id="{AD87A519-94F4-0A46-2F0B-4ABDD4367884}"/>
              </a:ext>
            </a:extLst>
          </p:cNvPr>
          <p:cNvSpPr/>
          <p:nvPr/>
        </p:nvSpPr>
        <p:spPr>
          <a:xfrm>
            <a:off x="6384370" y="1994477"/>
            <a:ext cx="833201" cy="261152"/>
          </a:xfrm>
          <a:prstGeom prst="roundRect">
            <a:avLst/>
          </a:prstGeom>
          <a:solidFill>
            <a:srgbClr val="3D9ED3"/>
          </a:solidFill>
          <a:ln w="6985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" tIns="0" rIns="13716" bIns="0" rtlCol="0" anchor="ctr"/>
          <a:lstStyle/>
          <a:p>
            <a:pPr algn="ctr"/>
            <a:r>
              <a:rPr sz="514" b="1">
                <a:solidFill>
                  <a:srgbClr val="000000"/>
                </a:solidFill>
                <a:latin typeface="Aptos"/>
              </a:rPr>
              <a:t>P-Tuned</a:t>
            </a:r>
            <a:br/>
            <a:r>
              <a:rPr sz="538" b="1">
                <a:latin typeface="Aptos"/>
              </a:rPr>
              <a:t>LLaMA-2-7B</a:t>
            </a:r>
          </a:p>
        </p:txBody>
      </p:sp>
      <p:sp>
        <p:nvSpPr>
          <p:cNvPr id="15779" name="Rounded Rectangle 10">
            <a:extLst>
              <a:ext uri="{FF2B5EF4-FFF2-40B4-BE49-F238E27FC236}">
                <a16:creationId xmlns:a16="http://schemas.microsoft.com/office/drawing/2014/main" id="{DA795C54-5924-DEFE-8919-EEEDCF74E470}"/>
              </a:ext>
            </a:extLst>
          </p:cNvPr>
          <p:cNvSpPr/>
          <p:nvPr/>
        </p:nvSpPr>
        <p:spPr>
          <a:xfrm>
            <a:off x="7553339" y="1839029"/>
            <a:ext cx="683971" cy="261152"/>
          </a:xfrm>
          <a:prstGeom prst="roundRect">
            <a:avLst/>
          </a:prstGeom>
          <a:solidFill>
            <a:srgbClr val="FF8931"/>
          </a:solidFill>
          <a:ln w="6985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" tIns="0" rIns="13716" bIns="0" rtlCol="0" anchor="ctr"/>
          <a:lstStyle/>
          <a:p>
            <a:pPr algn="ctr"/>
            <a:r>
              <a:rPr sz="514" b="1">
                <a:solidFill>
                  <a:srgbClr val="000000"/>
                </a:solidFill>
                <a:latin typeface="Aptos"/>
              </a:rPr>
              <a:t>Hidden Layers</a:t>
            </a:r>
            <a:br/>
            <a:r>
              <a:rPr sz="538" b="1">
                <a:latin typeface="Aptos"/>
              </a:rPr>
              <a:t>for MTL</a:t>
            </a:r>
          </a:p>
        </p:txBody>
      </p:sp>
      <p:sp>
        <p:nvSpPr>
          <p:cNvPr id="15780" name="Rounded Rectangle 11">
            <a:extLst>
              <a:ext uri="{FF2B5EF4-FFF2-40B4-BE49-F238E27FC236}">
                <a16:creationId xmlns:a16="http://schemas.microsoft.com/office/drawing/2014/main" id="{1034D7D1-D9B5-F0BE-BF3B-05920A0CA1E1}"/>
              </a:ext>
            </a:extLst>
          </p:cNvPr>
          <p:cNvSpPr/>
          <p:nvPr/>
        </p:nvSpPr>
        <p:spPr>
          <a:xfrm>
            <a:off x="8548206" y="1621402"/>
            <a:ext cx="652881" cy="186537"/>
          </a:xfrm>
          <a:prstGeom prst="roundRect">
            <a:avLst/>
          </a:prstGeom>
          <a:solidFill>
            <a:srgbClr val="F4F4F4"/>
          </a:solidFill>
          <a:ln w="6985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" tIns="0" rIns="13716" bIns="0" rtlCol="0" anchor="ctr"/>
          <a:lstStyle/>
          <a:p>
            <a:pPr algn="ctr"/>
            <a:r>
              <a:rPr sz="514" b="1">
                <a:solidFill>
                  <a:srgbClr val="000000"/>
                </a:solidFill>
                <a:latin typeface="Aptos"/>
              </a:rPr>
              <a:t>Depression</a:t>
            </a:r>
          </a:p>
        </p:txBody>
      </p:sp>
      <p:sp>
        <p:nvSpPr>
          <p:cNvPr id="15781" name="Rounded Rectangle 12">
            <a:extLst>
              <a:ext uri="{FF2B5EF4-FFF2-40B4-BE49-F238E27FC236}">
                <a16:creationId xmlns:a16="http://schemas.microsoft.com/office/drawing/2014/main" id="{55FA36FF-051A-16A6-0F3A-E0A9CF0F3D6E}"/>
              </a:ext>
            </a:extLst>
          </p:cNvPr>
          <p:cNvSpPr/>
          <p:nvPr/>
        </p:nvSpPr>
        <p:spPr>
          <a:xfrm>
            <a:off x="8548206" y="1851465"/>
            <a:ext cx="652881" cy="186537"/>
          </a:xfrm>
          <a:prstGeom prst="roundRect">
            <a:avLst/>
          </a:prstGeom>
          <a:solidFill>
            <a:srgbClr val="F4F4F4"/>
          </a:solidFill>
          <a:ln w="6985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" tIns="0" rIns="13716" bIns="0" rtlCol="0" anchor="ctr"/>
          <a:lstStyle/>
          <a:p>
            <a:pPr algn="ctr"/>
            <a:r>
              <a:rPr sz="475" b="1">
                <a:solidFill>
                  <a:srgbClr val="000000"/>
                </a:solidFill>
                <a:latin typeface="Aptos"/>
              </a:rPr>
              <a:t>Suicidal Ideation</a:t>
            </a:r>
          </a:p>
        </p:txBody>
      </p:sp>
      <p:sp>
        <p:nvSpPr>
          <p:cNvPr id="15782" name="Rounded Rectangle 13">
            <a:extLst>
              <a:ext uri="{FF2B5EF4-FFF2-40B4-BE49-F238E27FC236}">
                <a16:creationId xmlns:a16="http://schemas.microsoft.com/office/drawing/2014/main" id="{F3B9808A-E90C-F4F0-B952-78C7E5538769}"/>
              </a:ext>
            </a:extLst>
          </p:cNvPr>
          <p:cNvSpPr/>
          <p:nvPr/>
        </p:nvSpPr>
        <p:spPr>
          <a:xfrm>
            <a:off x="8548206" y="2081528"/>
            <a:ext cx="652881" cy="186537"/>
          </a:xfrm>
          <a:prstGeom prst="roundRect">
            <a:avLst/>
          </a:prstGeom>
          <a:solidFill>
            <a:srgbClr val="F4F4F4"/>
          </a:solidFill>
          <a:ln w="6985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" tIns="0" rIns="13716" bIns="0" rtlCol="0" anchor="ctr"/>
          <a:lstStyle/>
          <a:p>
            <a:pPr algn="ctr"/>
            <a:r>
              <a:rPr sz="475" b="1">
                <a:solidFill>
                  <a:srgbClr val="000000"/>
                </a:solidFill>
                <a:latin typeface="Aptos"/>
              </a:rPr>
              <a:t>Sleep Disturbance</a:t>
            </a:r>
          </a:p>
        </p:txBody>
      </p:sp>
      <p:cxnSp>
        <p:nvCxnSpPr>
          <p:cNvPr id="15783" name="Connector 14">
            <a:extLst>
              <a:ext uri="{FF2B5EF4-FFF2-40B4-BE49-F238E27FC236}">
                <a16:creationId xmlns:a16="http://schemas.microsoft.com/office/drawing/2014/main" id="{BB57AAD2-A290-606A-50DA-F10657903D28}"/>
              </a:ext>
            </a:extLst>
          </p:cNvPr>
          <p:cNvCxnSpPr/>
          <p:nvPr/>
        </p:nvCxnSpPr>
        <p:spPr>
          <a:xfrm>
            <a:off x="5787450" y="1795504"/>
            <a:ext cx="1" cy="49743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784" name="Connector 15">
            <a:extLst>
              <a:ext uri="{FF2B5EF4-FFF2-40B4-BE49-F238E27FC236}">
                <a16:creationId xmlns:a16="http://schemas.microsoft.com/office/drawing/2014/main" id="{7804F288-6BB8-C7D4-F821-5A87B81F892C}"/>
              </a:ext>
            </a:extLst>
          </p:cNvPr>
          <p:cNvCxnSpPr/>
          <p:nvPr/>
        </p:nvCxnSpPr>
        <p:spPr>
          <a:xfrm>
            <a:off x="5787450" y="2056656"/>
            <a:ext cx="1" cy="49743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785" name="Connector 16">
            <a:extLst>
              <a:ext uri="{FF2B5EF4-FFF2-40B4-BE49-F238E27FC236}">
                <a16:creationId xmlns:a16="http://schemas.microsoft.com/office/drawing/2014/main" id="{C6074D43-F057-DBFA-4E6C-94123B0D0154}"/>
              </a:ext>
            </a:extLst>
          </p:cNvPr>
          <p:cNvCxnSpPr/>
          <p:nvPr/>
        </p:nvCxnSpPr>
        <p:spPr>
          <a:xfrm flipV="1">
            <a:off x="6104564" y="1820375"/>
            <a:ext cx="279806" cy="130576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786" name="Connector 17">
            <a:extLst>
              <a:ext uri="{FF2B5EF4-FFF2-40B4-BE49-F238E27FC236}">
                <a16:creationId xmlns:a16="http://schemas.microsoft.com/office/drawing/2014/main" id="{FF1F7004-4849-0F55-183A-69C617B64702}"/>
              </a:ext>
            </a:extLst>
          </p:cNvPr>
          <p:cNvCxnSpPr/>
          <p:nvPr/>
        </p:nvCxnSpPr>
        <p:spPr>
          <a:xfrm>
            <a:off x="6104564" y="1950952"/>
            <a:ext cx="279806" cy="174101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787" name="Connector 18">
            <a:extLst>
              <a:ext uri="{FF2B5EF4-FFF2-40B4-BE49-F238E27FC236}">
                <a16:creationId xmlns:a16="http://schemas.microsoft.com/office/drawing/2014/main" id="{5513BF17-96E6-5DAF-DAA1-A29E091C7075}"/>
              </a:ext>
            </a:extLst>
          </p:cNvPr>
          <p:cNvCxnSpPr/>
          <p:nvPr/>
        </p:nvCxnSpPr>
        <p:spPr>
          <a:xfrm>
            <a:off x="7217571" y="1820375"/>
            <a:ext cx="335767" cy="14923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788" name="Connector 19">
            <a:extLst>
              <a:ext uri="{FF2B5EF4-FFF2-40B4-BE49-F238E27FC236}">
                <a16:creationId xmlns:a16="http://schemas.microsoft.com/office/drawing/2014/main" id="{EA16DCD0-082C-DB8A-E912-7E4A578B9AA4}"/>
              </a:ext>
            </a:extLst>
          </p:cNvPr>
          <p:cNvCxnSpPr/>
          <p:nvPr/>
        </p:nvCxnSpPr>
        <p:spPr>
          <a:xfrm flipV="1">
            <a:off x="7217571" y="1969606"/>
            <a:ext cx="335767" cy="155448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789" name="Connector 20">
            <a:extLst>
              <a:ext uri="{FF2B5EF4-FFF2-40B4-BE49-F238E27FC236}">
                <a16:creationId xmlns:a16="http://schemas.microsoft.com/office/drawing/2014/main" id="{0D7B0290-78A4-893F-1AC8-0F663EF3F33A}"/>
              </a:ext>
            </a:extLst>
          </p:cNvPr>
          <p:cNvCxnSpPr/>
          <p:nvPr/>
        </p:nvCxnSpPr>
        <p:spPr>
          <a:xfrm flipV="1">
            <a:off x="8237310" y="1714671"/>
            <a:ext cx="310896" cy="254934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790" name="Connector 21">
            <a:extLst>
              <a:ext uri="{FF2B5EF4-FFF2-40B4-BE49-F238E27FC236}">
                <a16:creationId xmlns:a16="http://schemas.microsoft.com/office/drawing/2014/main" id="{AFF1C8ED-F363-7009-2958-7E9AF011EF84}"/>
              </a:ext>
            </a:extLst>
          </p:cNvPr>
          <p:cNvCxnSpPr/>
          <p:nvPr/>
        </p:nvCxnSpPr>
        <p:spPr>
          <a:xfrm flipV="1">
            <a:off x="8237310" y="1944734"/>
            <a:ext cx="310896" cy="24871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791" name="Connector 22">
            <a:extLst>
              <a:ext uri="{FF2B5EF4-FFF2-40B4-BE49-F238E27FC236}">
                <a16:creationId xmlns:a16="http://schemas.microsoft.com/office/drawing/2014/main" id="{D6F736C3-1820-5F76-B3EE-429F477F82E8}"/>
              </a:ext>
            </a:extLst>
          </p:cNvPr>
          <p:cNvCxnSpPr/>
          <p:nvPr/>
        </p:nvCxnSpPr>
        <p:spPr>
          <a:xfrm>
            <a:off x="8237310" y="1969606"/>
            <a:ext cx="310896" cy="205191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792" name="Rounded Rectangle 23">
            <a:extLst>
              <a:ext uri="{FF2B5EF4-FFF2-40B4-BE49-F238E27FC236}">
                <a16:creationId xmlns:a16="http://schemas.microsoft.com/office/drawing/2014/main" id="{1BCD0EFC-1B0E-4449-AB80-8A9325AC9D0E}"/>
              </a:ext>
            </a:extLst>
          </p:cNvPr>
          <p:cNvSpPr/>
          <p:nvPr/>
        </p:nvSpPr>
        <p:spPr>
          <a:xfrm>
            <a:off x="5470336" y="2578962"/>
            <a:ext cx="634227" cy="211409"/>
          </a:xfrm>
          <a:prstGeom prst="roundRect">
            <a:avLst/>
          </a:prstGeom>
          <a:solidFill>
            <a:srgbClr val="FF999F"/>
          </a:solidFill>
          <a:ln w="6985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" tIns="0" rIns="13716" bIns="0" rtlCol="0" anchor="ctr"/>
          <a:lstStyle/>
          <a:p>
            <a:pPr algn="ctr"/>
            <a:r>
              <a:rPr sz="514" b="1">
                <a:solidFill>
                  <a:srgbClr val="000000"/>
                </a:solidFill>
                <a:latin typeface="Aptos"/>
              </a:rPr>
              <a:t>Tokenizer</a:t>
            </a:r>
          </a:p>
        </p:txBody>
      </p:sp>
      <p:sp>
        <p:nvSpPr>
          <p:cNvPr id="15793" name="Rounded Rectangle 24">
            <a:extLst>
              <a:ext uri="{FF2B5EF4-FFF2-40B4-BE49-F238E27FC236}">
                <a16:creationId xmlns:a16="http://schemas.microsoft.com/office/drawing/2014/main" id="{A32A1162-351A-AF9C-09C4-BDE16ED5E427}"/>
              </a:ext>
            </a:extLst>
          </p:cNvPr>
          <p:cNvSpPr/>
          <p:nvPr/>
        </p:nvSpPr>
        <p:spPr>
          <a:xfrm>
            <a:off x="5470336" y="2840114"/>
            <a:ext cx="634227" cy="261152"/>
          </a:xfrm>
          <a:prstGeom prst="roundRect">
            <a:avLst/>
          </a:prstGeom>
          <a:solidFill>
            <a:srgbClr val="FFD639"/>
          </a:solidFill>
          <a:ln w="6985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" tIns="0" rIns="13716" bIns="0" rtlCol="0" anchor="ctr"/>
          <a:lstStyle/>
          <a:p>
            <a:pPr algn="ctr"/>
            <a:r>
              <a:rPr sz="514" b="1">
                <a:solidFill>
                  <a:srgbClr val="000000"/>
                </a:solidFill>
                <a:latin typeface="Aptos"/>
              </a:rPr>
              <a:t>Text + Acoustic</a:t>
            </a:r>
            <a:br/>
            <a:r>
              <a:rPr sz="538" b="1">
                <a:latin typeface="Aptos"/>
              </a:rPr>
              <a:t>Landmarks</a:t>
            </a:r>
          </a:p>
        </p:txBody>
      </p:sp>
      <p:sp>
        <p:nvSpPr>
          <p:cNvPr id="15794" name="TextBox 15793">
            <a:extLst>
              <a:ext uri="{FF2B5EF4-FFF2-40B4-BE49-F238E27FC236}">
                <a16:creationId xmlns:a16="http://schemas.microsoft.com/office/drawing/2014/main" id="{40A59EAF-1467-5522-945D-5BC2232B944E}"/>
              </a:ext>
            </a:extLst>
          </p:cNvPr>
          <p:cNvSpPr txBox="1"/>
          <p:nvPr/>
        </p:nvSpPr>
        <p:spPr>
          <a:xfrm>
            <a:off x="5488990" y="3088831"/>
            <a:ext cx="596920" cy="11192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546" b="1">
                <a:solidFill>
                  <a:srgbClr val="000000"/>
                </a:solidFill>
                <a:latin typeface="Aptos Display"/>
              </a:rPr>
              <a:t>Baseline B</a:t>
            </a:r>
          </a:p>
        </p:txBody>
      </p:sp>
      <p:sp>
        <p:nvSpPr>
          <p:cNvPr id="15795" name="Rounded Rectangle 26">
            <a:extLst>
              <a:ext uri="{FF2B5EF4-FFF2-40B4-BE49-F238E27FC236}">
                <a16:creationId xmlns:a16="http://schemas.microsoft.com/office/drawing/2014/main" id="{7C7D0CB3-87EA-A89F-AB49-56FEA5781869}"/>
              </a:ext>
            </a:extLst>
          </p:cNvPr>
          <p:cNvSpPr/>
          <p:nvPr/>
        </p:nvSpPr>
        <p:spPr>
          <a:xfrm>
            <a:off x="6384370" y="2479475"/>
            <a:ext cx="833201" cy="261152"/>
          </a:xfrm>
          <a:prstGeom prst="roundRect">
            <a:avLst/>
          </a:prstGeom>
          <a:solidFill>
            <a:srgbClr val="63CDCA"/>
          </a:solidFill>
          <a:ln w="6985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" tIns="0" rIns="13716" bIns="0" rtlCol="0" anchor="ctr"/>
          <a:lstStyle/>
          <a:p>
            <a:pPr algn="ctr"/>
            <a:r>
              <a:rPr sz="514" b="1">
                <a:solidFill>
                  <a:srgbClr val="000000"/>
                </a:solidFill>
                <a:latin typeface="Aptos"/>
              </a:rPr>
              <a:t>Raw Mental-</a:t>
            </a:r>
            <a:br/>
            <a:r>
              <a:rPr sz="538" b="1">
                <a:latin typeface="Aptos"/>
              </a:rPr>
              <a:t>Alpaca</a:t>
            </a:r>
          </a:p>
        </p:txBody>
      </p:sp>
      <p:sp>
        <p:nvSpPr>
          <p:cNvPr id="15796" name="Rounded Rectangle 27">
            <a:extLst>
              <a:ext uri="{FF2B5EF4-FFF2-40B4-BE49-F238E27FC236}">
                <a16:creationId xmlns:a16="http://schemas.microsoft.com/office/drawing/2014/main" id="{85E4E016-0615-39FB-6F04-A483FBC43847}"/>
              </a:ext>
            </a:extLst>
          </p:cNvPr>
          <p:cNvSpPr/>
          <p:nvPr/>
        </p:nvSpPr>
        <p:spPr>
          <a:xfrm>
            <a:off x="6384370" y="2784153"/>
            <a:ext cx="833201" cy="261152"/>
          </a:xfrm>
          <a:prstGeom prst="roundRect">
            <a:avLst/>
          </a:prstGeom>
          <a:solidFill>
            <a:srgbClr val="3D9ED3"/>
          </a:solidFill>
          <a:ln w="6985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" tIns="0" rIns="13716" bIns="0" rtlCol="0" anchor="ctr"/>
          <a:lstStyle/>
          <a:p>
            <a:pPr algn="ctr"/>
            <a:r>
              <a:rPr sz="514" b="1">
                <a:solidFill>
                  <a:srgbClr val="000000"/>
                </a:solidFill>
                <a:latin typeface="Aptos"/>
              </a:rPr>
              <a:t>Raw LLaMA-2-7B</a:t>
            </a:r>
          </a:p>
        </p:txBody>
      </p:sp>
      <p:sp>
        <p:nvSpPr>
          <p:cNvPr id="15797" name="Rounded Rectangle 28">
            <a:extLst>
              <a:ext uri="{FF2B5EF4-FFF2-40B4-BE49-F238E27FC236}">
                <a16:creationId xmlns:a16="http://schemas.microsoft.com/office/drawing/2014/main" id="{42243D64-CF91-5334-8352-5BB211BE3FD6}"/>
              </a:ext>
            </a:extLst>
          </p:cNvPr>
          <p:cNvSpPr/>
          <p:nvPr/>
        </p:nvSpPr>
        <p:spPr>
          <a:xfrm>
            <a:off x="7416545" y="2628705"/>
            <a:ext cx="671535" cy="261152"/>
          </a:xfrm>
          <a:prstGeom prst="roundRect">
            <a:avLst/>
          </a:prstGeom>
          <a:solidFill>
            <a:srgbClr val="FF8931"/>
          </a:solidFill>
          <a:ln w="6985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" tIns="0" rIns="13716" bIns="0" rtlCol="0" anchor="ctr"/>
          <a:lstStyle/>
          <a:p>
            <a:pPr algn="ctr"/>
            <a:r>
              <a:rPr sz="514" b="1">
                <a:solidFill>
                  <a:srgbClr val="000000"/>
                </a:solidFill>
                <a:latin typeface="Aptos"/>
              </a:rPr>
              <a:t>LoRA</a:t>
            </a:r>
            <a:br/>
            <a:r>
              <a:rPr sz="538" b="1">
                <a:latin typeface="Aptos"/>
              </a:rPr>
              <a:t>Fine-Tuning</a:t>
            </a:r>
          </a:p>
        </p:txBody>
      </p:sp>
      <p:sp>
        <p:nvSpPr>
          <p:cNvPr id="15798" name="Rounded Rectangle 29">
            <a:extLst>
              <a:ext uri="{FF2B5EF4-FFF2-40B4-BE49-F238E27FC236}">
                <a16:creationId xmlns:a16="http://schemas.microsoft.com/office/drawing/2014/main" id="{EDB048B7-FA74-7B42-F247-F74440A1595B}"/>
              </a:ext>
            </a:extLst>
          </p:cNvPr>
          <p:cNvSpPr/>
          <p:nvPr/>
        </p:nvSpPr>
        <p:spPr>
          <a:xfrm>
            <a:off x="8287054" y="2628705"/>
            <a:ext cx="621792" cy="261152"/>
          </a:xfrm>
          <a:prstGeom prst="roundRect">
            <a:avLst/>
          </a:prstGeom>
          <a:solidFill>
            <a:srgbClr val="FF8931"/>
          </a:solidFill>
          <a:ln w="6985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" tIns="0" rIns="13716" bIns="0" rtlCol="0" anchor="ctr"/>
          <a:lstStyle/>
          <a:p>
            <a:pPr algn="ctr"/>
            <a:r>
              <a:rPr sz="514" b="1">
                <a:solidFill>
                  <a:srgbClr val="000000"/>
                </a:solidFill>
                <a:latin typeface="Aptos"/>
              </a:rPr>
              <a:t>P-Tuning</a:t>
            </a:r>
          </a:p>
        </p:txBody>
      </p:sp>
      <p:sp>
        <p:nvSpPr>
          <p:cNvPr id="15799" name="Rounded Rectangle 30">
            <a:extLst>
              <a:ext uri="{FF2B5EF4-FFF2-40B4-BE49-F238E27FC236}">
                <a16:creationId xmlns:a16="http://schemas.microsoft.com/office/drawing/2014/main" id="{B6142BA1-6FC6-0BA3-537D-BC22747C0576}"/>
              </a:ext>
            </a:extLst>
          </p:cNvPr>
          <p:cNvSpPr/>
          <p:nvPr/>
        </p:nvSpPr>
        <p:spPr>
          <a:xfrm>
            <a:off x="7416545" y="2964473"/>
            <a:ext cx="671535" cy="198973"/>
          </a:xfrm>
          <a:prstGeom prst="roundRect">
            <a:avLst/>
          </a:prstGeom>
          <a:solidFill>
            <a:srgbClr val="2AC76F"/>
          </a:solidFill>
          <a:ln w="6985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" tIns="0" rIns="13716" bIns="0" rtlCol="0" anchor="ctr"/>
          <a:lstStyle/>
          <a:p>
            <a:pPr algn="ctr"/>
            <a:r>
              <a:rPr sz="514" b="1">
                <a:solidFill>
                  <a:srgbClr val="000000"/>
                </a:solidFill>
                <a:latin typeface="Aptos"/>
              </a:rPr>
              <a:t>LoRA Prompt</a:t>
            </a:r>
          </a:p>
        </p:txBody>
      </p:sp>
      <p:sp>
        <p:nvSpPr>
          <p:cNvPr id="15800" name="Rounded Rectangle 31">
            <a:extLst>
              <a:ext uri="{FF2B5EF4-FFF2-40B4-BE49-F238E27FC236}">
                <a16:creationId xmlns:a16="http://schemas.microsoft.com/office/drawing/2014/main" id="{F808D01B-148B-3D59-1724-CA5FF3507D7E}"/>
              </a:ext>
            </a:extLst>
          </p:cNvPr>
          <p:cNvSpPr/>
          <p:nvPr/>
        </p:nvSpPr>
        <p:spPr>
          <a:xfrm>
            <a:off x="8287054" y="2964473"/>
            <a:ext cx="621792" cy="198973"/>
          </a:xfrm>
          <a:prstGeom prst="roundRect">
            <a:avLst/>
          </a:prstGeom>
          <a:solidFill>
            <a:srgbClr val="2AC76F"/>
          </a:solidFill>
          <a:ln w="6985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" tIns="0" rIns="13716" bIns="0" rtlCol="0" anchor="ctr"/>
          <a:lstStyle/>
          <a:p>
            <a:pPr algn="ctr"/>
            <a:r>
              <a:rPr sz="475" b="1">
                <a:solidFill>
                  <a:srgbClr val="000000"/>
                </a:solidFill>
                <a:latin typeface="Aptos"/>
              </a:rPr>
              <a:t>MTL Prediction</a:t>
            </a:r>
            <a:br/>
            <a:r>
              <a:rPr sz="538" b="1">
                <a:latin typeface="Aptos"/>
              </a:rPr>
              <a:t>Prompt</a:t>
            </a:r>
          </a:p>
        </p:txBody>
      </p:sp>
      <p:sp>
        <p:nvSpPr>
          <p:cNvPr id="15801" name="Rounded Rectangle 32">
            <a:extLst>
              <a:ext uri="{FF2B5EF4-FFF2-40B4-BE49-F238E27FC236}">
                <a16:creationId xmlns:a16="http://schemas.microsoft.com/office/drawing/2014/main" id="{F6BB1D87-E98B-1066-2EF0-E664C16E47C2}"/>
              </a:ext>
            </a:extLst>
          </p:cNvPr>
          <p:cNvSpPr/>
          <p:nvPr/>
        </p:nvSpPr>
        <p:spPr>
          <a:xfrm>
            <a:off x="9169998" y="2435950"/>
            <a:ext cx="652881" cy="186537"/>
          </a:xfrm>
          <a:prstGeom prst="roundRect">
            <a:avLst/>
          </a:prstGeom>
          <a:solidFill>
            <a:srgbClr val="F4F4F4"/>
          </a:solidFill>
          <a:ln w="6985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" tIns="0" rIns="13716" bIns="0" rtlCol="0" anchor="ctr"/>
          <a:lstStyle/>
          <a:p>
            <a:pPr algn="ctr"/>
            <a:r>
              <a:rPr sz="514" b="1">
                <a:solidFill>
                  <a:srgbClr val="000000"/>
                </a:solidFill>
                <a:latin typeface="Aptos"/>
              </a:rPr>
              <a:t>Depression</a:t>
            </a:r>
          </a:p>
        </p:txBody>
      </p:sp>
      <p:sp>
        <p:nvSpPr>
          <p:cNvPr id="15802" name="Rounded Rectangle 33">
            <a:extLst>
              <a:ext uri="{FF2B5EF4-FFF2-40B4-BE49-F238E27FC236}">
                <a16:creationId xmlns:a16="http://schemas.microsoft.com/office/drawing/2014/main" id="{BBAC6CD9-8F97-8357-FD47-AB04F9C27D36}"/>
              </a:ext>
            </a:extLst>
          </p:cNvPr>
          <p:cNvSpPr/>
          <p:nvPr/>
        </p:nvSpPr>
        <p:spPr>
          <a:xfrm>
            <a:off x="9169998" y="2666013"/>
            <a:ext cx="652881" cy="186537"/>
          </a:xfrm>
          <a:prstGeom prst="roundRect">
            <a:avLst/>
          </a:prstGeom>
          <a:solidFill>
            <a:srgbClr val="F4F4F4"/>
          </a:solidFill>
          <a:ln w="6985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" tIns="0" rIns="13716" bIns="0" rtlCol="0" anchor="ctr"/>
          <a:lstStyle/>
          <a:p>
            <a:pPr algn="ctr"/>
            <a:r>
              <a:rPr sz="475" b="1">
                <a:solidFill>
                  <a:srgbClr val="000000"/>
                </a:solidFill>
                <a:latin typeface="Aptos"/>
              </a:rPr>
              <a:t>Suicidal Ideation</a:t>
            </a:r>
          </a:p>
        </p:txBody>
      </p:sp>
      <p:sp>
        <p:nvSpPr>
          <p:cNvPr id="15803" name="Rounded Rectangle 34">
            <a:extLst>
              <a:ext uri="{FF2B5EF4-FFF2-40B4-BE49-F238E27FC236}">
                <a16:creationId xmlns:a16="http://schemas.microsoft.com/office/drawing/2014/main" id="{E657B37E-5363-D321-204E-E66DD9C1D989}"/>
              </a:ext>
            </a:extLst>
          </p:cNvPr>
          <p:cNvSpPr/>
          <p:nvPr/>
        </p:nvSpPr>
        <p:spPr>
          <a:xfrm>
            <a:off x="9169998" y="2896076"/>
            <a:ext cx="652881" cy="186537"/>
          </a:xfrm>
          <a:prstGeom prst="roundRect">
            <a:avLst/>
          </a:prstGeom>
          <a:solidFill>
            <a:srgbClr val="F4F4F4"/>
          </a:solidFill>
          <a:ln w="6985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" tIns="0" rIns="13716" bIns="0" rtlCol="0" anchor="ctr"/>
          <a:lstStyle/>
          <a:p>
            <a:pPr algn="ctr"/>
            <a:r>
              <a:rPr sz="475" b="1">
                <a:solidFill>
                  <a:srgbClr val="000000"/>
                </a:solidFill>
                <a:latin typeface="Aptos"/>
              </a:rPr>
              <a:t>Sleep Disturbance</a:t>
            </a:r>
          </a:p>
        </p:txBody>
      </p:sp>
      <p:cxnSp>
        <p:nvCxnSpPr>
          <p:cNvPr id="15804" name="Connector 35">
            <a:extLst>
              <a:ext uri="{FF2B5EF4-FFF2-40B4-BE49-F238E27FC236}">
                <a16:creationId xmlns:a16="http://schemas.microsoft.com/office/drawing/2014/main" id="{319A3912-B8C0-510F-BDB3-F5E75EA87416}"/>
              </a:ext>
            </a:extLst>
          </p:cNvPr>
          <p:cNvCxnSpPr/>
          <p:nvPr/>
        </p:nvCxnSpPr>
        <p:spPr>
          <a:xfrm>
            <a:off x="5787450" y="2790371"/>
            <a:ext cx="1" cy="49743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05" name="Connector 36">
            <a:extLst>
              <a:ext uri="{FF2B5EF4-FFF2-40B4-BE49-F238E27FC236}">
                <a16:creationId xmlns:a16="http://schemas.microsoft.com/office/drawing/2014/main" id="{F2A67392-E388-B982-B0BE-A2543DF5BB37}"/>
              </a:ext>
            </a:extLst>
          </p:cNvPr>
          <p:cNvCxnSpPr/>
          <p:nvPr/>
        </p:nvCxnSpPr>
        <p:spPr>
          <a:xfrm flipV="1">
            <a:off x="6104564" y="2610051"/>
            <a:ext cx="279806" cy="74615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06" name="Connector 37">
            <a:extLst>
              <a:ext uri="{FF2B5EF4-FFF2-40B4-BE49-F238E27FC236}">
                <a16:creationId xmlns:a16="http://schemas.microsoft.com/office/drawing/2014/main" id="{86F95F1E-40FE-5744-5DF6-B95D31B22932}"/>
              </a:ext>
            </a:extLst>
          </p:cNvPr>
          <p:cNvCxnSpPr/>
          <p:nvPr/>
        </p:nvCxnSpPr>
        <p:spPr>
          <a:xfrm>
            <a:off x="6104564" y="2684666"/>
            <a:ext cx="279806" cy="230063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07" name="Connector 38">
            <a:extLst>
              <a:ext uri="{FF2B5EF4-FFF2-40B4-BE49-F238E27FC236}">
                <a16:creationId xmlns:a16="http://schemas.microsoft.com/office/drawing/2014/main" id="{54085E94-9440-B834-9F1A-2E45F4626941}"/>
              </a:ext>
            </a:extLst>
          </p:cNvPr>
          <p:cNvCxnSpPr/>
          <p:nvPr/>
        </p:nvCxnSpPr>
        <p:spPr>
          <a:xfrm>
            <a:off x="7217571" y="2610051"/>
            <a:ext cx="198973" cy="14923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08" name="Connector 39">
            <a:extLst>
              <a:ext uri="{FF2B5EF4-FFF2-40B4-BE49-F238E27FC236}">
                <a16:creationId xmlns:a16="http://schemas.microsoft.com/office/drawing/2014/main" id="{94E751D4-AEE9-9A9D-295C-141BCBD089C0}"/>
              </a:ext>
            </a:extLst>
          </p:cNvPr>
          <p:cNvCxnSpPr/>
          <p:nvPr/>
        </p:nvCxnSpPr>
        <p:spPr>
          <a:xfrm flipV="1">
            <a:off x="7217571" y="2759281"/>
            <a:ext cx="198973" cy="155448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09" name="Connector 40">
            <a:extLst>
              <a:ext uri="{FF2B5EF4-FFF2-40B4-BE49-F238E27FC236}">
                <a16:creationId xmlns:a16="http://schemas.microsoft.com/office/drawing/2014/main" id="{EF6C508B-C3A4-EEF6-D8A5-E0228D5CFA2E}"/>
              </a:ext>
            </a:extLst>
          </p:cNvPr>
          <p:cNvCxnSpPr/>
          <p:nvPr/>
        </p:nvCxnSpPr>
        <p:spPr>
          <a:xfrm>
            <a:off x="8088080" y="2759281"/>
            <a:ext cx="198973" cy="1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10" name="Connector 41">
            <a:extLst>
              <a:ext uri="{FF2B5EF4-FFF2-40B4-BE49-F238E27FC236}">
                <a16:creationId xmlns:a16="http://schemas.microsoft.com/office/drawing/2014/main" id="{AC4142F3-25B3-BF65-2143-0042A2722B39}"/>
              </a:ext>
            </a:extLst>
          </p:cNvPr>
          <p:cNvCxnSpPr/>
          <p:nvPr/>
        </p:nvCxnSpPr>
        <p:spPr>
          <a:xfrm flipV="1">
            <a:off x="7752312" y="2889858"/>
            <a:ext cx="1" cy="74615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11" name="Connector 42">
            <a:extLst>
              <a:ext uri="{FF2B5EF4-FFF2-40B4-BE49-F238E27FC236}">
                <a16:creationId xmlns:a16="http://schemas.microsoft.com/office/drawing/2014/main" id="{6D6FCECE-9B79-FC04-54B1-8FFBA6AEB1C0}"/>
              </a:ext>
            </a:extLst>
          </p:cNvPr>
          <p:cNvCxnSpPr/>
          <p:nvPr/>
        </p:nvCxnSpPr>
        <p:spPr>
          <a:xfrm flipV="1">
            <a:off x="8597950" y="2889858"/>
            <a:ext cx="1" cy="74615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12" name="Connector 43">
            <a:extLst>
              <a:ext uri="{FF2B5EF4-FFF2-40B4-BE49-F238E27FC236}">
                <a16:creationId xmlns:a16="http://schemas.microsoft.com/office/drawing/2014/main" id="{3104F84A-37E5-F42B-CABD-5AC4C7B01C91}"/>
              </a:ext>
            </a:extLst>
          </p:cNvPr>
          <p:cNvCxnSpPr/>
          <p:nvPr/>
        </p:nvCxnSpPr>
        <p:spPr>
          <a:xfrm flipV="1">
            <a:off x="8908846" y="2529218"/>
            <a:ext cx="261152" cy="230063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13" name="Connector 44">
            <a:extLst>
              <a:ext uri="{FF2B5EF4-FFF2-40B4-BE49-F238E27FC236}">
                <a16:creationId xmlns:a16="http://schemas.microsoft.com/office/drawing/2014/main" id="{21914068-7AC5-664E-333A-E1BF1E2CC9B9}"/>
              </a:ext>
            </a:extLst>
          </p:cNvPr>
          <p:cNvCxnSpPr/>
          <p:nvPr/>
        </p:nvCxnSpPr>
        <p:spPr>
          <a:xfrm>
            <a:off x="8908846" y="2759281"/>
            <a:ext cx="261152" cy="1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14" name="Connector 45">
            <a:extLst>
              <a:ext uri="{FF2B5EF4-FFF2-40B4-BE49-F238E27FC236}">
                <a16:creationId xmlns:a16="http://schemas.microsoft.com/office/drawing/2014/main" id="{A9CF6FAA-DED1-13D9-2ABF-3EC283AD39C7}"/>
              </a:ext>
            </a:extLst>
          </p:cNvPr>
          <p:cNvCxnSpPr/>
          <p:nvPr/>
        </p:nvCxnSpPr>
        <p:spPr>
          <a:xfrm>
            <a:off x="8908846" y="2759281"/>
            <a:ext cx="261152" cy="230063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815" name="Rounded Rectangle 46">
            <a:extLst>
              <a:ext uri="{FF2B5EF4-FFF2-40B4-BE49-F238E27FC236}">
                <a16:creationId xmlns:a16="http://schemas.microsoft.com/office/drawing/2014/main" id="{89ED6939-5CF5-4069-0C59-84A595667DA0}"/>
              </a:ext>
            </a:extLst>
          </p:cNvPr>
          <p:cNvSpPr/>
          <p:nvPr/>
        </p:nvSpPr>
        <p:spPr>
          <a:xfrm>
            <a:off x="5178094" y="3511650"/>
            <a:ext cx="758586" cy="273588"/>
          </a:xfrm>
          <a:prstGeom prst="roundRect">
            <a:avLst/>
          </a:prstGeom>
          <a:solidFill>
            <a:srgbClr val="FFD639"/>
          </a:solidFill>
          <a:ln w="6985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" tIns="0" rIns="13716" bIns="0" rtlCol="0" anchor="ctr"/>
          <a:lstStyle/>
          <a:p>
            <a:pPr algn="ctr"/>
            <a:r>
              <a:rPr sz="475" b="1" dirty="0">
                <a:solidFill>
                  <a:srgbClr val="000000"/>
                </a:solidFill>
                <a:latin typeface="Aptos"/>
              </a:rPr>
              <a:t>Text, Acoustic</a:t>
            </a:r>
            <a:br>
              <a:rPr dirty="0"/>
            </a:br>
            <a:r>
              <a:rPr sz="538" b="1" dirty="0">
                <a:latin typeface="Aptos"/>
              </a:rPr>
              <a:t>Landmarks &amp; Vocal</a:t>
            </a:r>
            <a:br>
              <a:rPr dirty="0"/>
            </a:br>
            <a:r>
              <a:rPr sz="538" b="1" dirty="0">
                <a:latin typeface="Aptos"/>
              </a:rPr>
              <a:t>Biomarkers</a:t>
            </a:r>
          </a:p>
        </p:txBody>
      </p:sp>
      <p:sp>
        <p:nvSpPr>
          <p:cNvPr id="15816" name="Rounded Rectangle 47">
            <a:extLst>
              <a:ext uri="{FF2B5EF4-FFF2-40B4-BE49-F238E27FC236}">
                <a16:creationId xmlns:a16="http://schemas.microsoft.com/office/drawing/2014/main" id="{C960103A-7A09-D146-21D5-3E937245DC48}"/>
              </a:ext>
            </a:extLst>
          </p:cNvPr>
          <p:cNvSpPr/>
          <p:nvPr/>
        </p:nvSpPr>
        <p:spPr>
          <a:xfrm>
            <a:off x="6123217" y="3536521"/>
            <a:ext cx="621792" cy="223845"/>
          </a:xfrm>
          <a:prstGeom prst="roundRect">
            <a:avLst/>
          </a:prstGeom>
          <a:solidFill>
            <a:srgbClr val="FF8931"/>
          </a:solidFill>
          <a:ln w="6985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" tIns="0" rIns="13716" bIns="0" rtlCol="0" anchor="ctr"/>
          <a:lstStyle/>
          <a:p>
            <a:pPr algn="ctr"/>
            <a:r>
              <a:rPr sz="514" b="1">
                <a:solidFill>
                  <a:srgbClr val="000000"/>
                </a:solidFill>
                <a:latin typeface="Aptos"/>
              </a:rPr>
              <a:t>Transformer</a:t>
            </a:r>
          </a:p>
        </p:txBody>
      </p:sp>
      <p:sp>
        <p:nvSpPr>
          <p:cNvPr id="15817" name="Rounded Rectangle 48">
            <a:extLst>
              <a:ext uri="{FF2B5EF4-FFF2-40B4-BE49-F238E27FC236}">
                <a16:creationId xmlns:a16="http://schemas.microsoft.com/office/drawing/2014/main" id="{6FA27CEB-4A75-1C5B-A6D8-3045C393A6F6}"/>
              </a:ext>
            </a:extLst>
          </p:cNvPr>
          <p:cNvSpPr/>
          <p:nvPr/>
        </p:nvSpPr>
        <p:spPr>
          <a:xfrm>
            <a:off x="6931547" y="3524086"/>
            <a:ext cx="572048" cy="248716"/>
          </a:xfrm>
          <a:prstGeom prst="roundRect">
            <a:avLst/>
          </a:prstGeom>
          <a:solidFill>
            <a:srgbClr val="CCBAE8"/>
          </a:solidFill>
          <a:ln w="6985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" tIns="0" rIns="13716" bIns="0" rtlCol="0" anchor="ctr"/>
          <a:lstStyle/>
          <a:p>
            <a:pPr algn="ctr"/>
            <a:r>
              <a:rPr sz="514" b="1">
                <a:solidFill>
                  <a:srgbClr val="000000"/>
                </a:solidFill>
                <a:latin typeface="Aptos"/>
              </a:rPr>
              <a:t>Personal</a:t>
            </a:r>
            <a:br/>
            <a:r>
              <a:rPr sz="538" b="1">
                <a:latin typeface="Aptos"/>
              </a:rPr>
              <a:t>Baseline</a:t>
            </a:r>
          </a:p>
        </p:txBody>
      </p:sp>
      <p:sp>
        <p:nvSpPr>
          <p:cNvPr id="15818" name="Rounded Rectangle 49">
            <a:extLst>
              <a:ext uri="{FF2B5EF4-FFF2-40B4-BE49-F238E27FC236}">
                <a16:creationId xmlns:a16="http://schemas.microsoft.com/office/drawing/2014/main" id="{93ED4836-3AD3-1E77-D108-249964EC8812}"/>
              </a:ext>
            </a:extLst>
          </p:cNvPr>
          <p:cNvSpPr/>
          <p:nvPr/>
        </p:nvSpPr>
        <p:spPr>
          <a:xfrm>
            <a:off x="7696351" y="3499214"/>
            <a:ext cx="596920" cy="298460"/>
          </a:xfrm>
          <a:prstGeom prst="roundRect">
            <a:avLst/>
          </a:prstGeom>
          <a:solidFill>
            <a:srgbClr val="CCBAE8"/>
          </a:solidFill>
          <a:ln w="6985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" tIns="0" rIns="13716" bIns="0" rtlCol="0" anchor="ctr"/>
          <a:lstStyle/>
          <a:p>
            <a:pPr algn="ctr"/>
            <a:r>
              <a:rPr sz="475" b="1">
                <a:solidFill>
                  <a:srgbClr val="000000"/>
                </a:solidFill>
                <a:latin typeface="Aptos"/>
              </a:rPr>
              <a:t>Trend /</a:t>
            </a:r>
            <a:br/>
            <a:r>
              <a:rPr sz="538" b="1">
                <a:latin typeface="Aptos"/>
              </a:rPr>
              <a:t>Deviation</a:t>
            </a:r>
            <a:br/>
            <a:r>
              <a:rPr sz="538" b="1">
                <a:latin typeface="Aptos"/>
              </a:rPr>
              <a:t>Analysis</a:t>
            </a:r>
          </a:p>
        </p:txBody>
      </p:sp>
      <p:sp>
        <p:nvSpPr>
          <p:cNvPr id="15819" name="Rounded Rectangle 50">
            <a:extLst>
              <a:ext uri="{FF2B5EF4-FFF2-40B4-BE49-F238E27FC236}">
                <a16:creationId xmlns:a16="http://schemas.microsoft.com/office/drawing/2014/main" id="{CB116797-0493-87C5-A659-D2CD56103C2A}"/>
              </a:ext>
            </a:extLst>
          </p:cNvPr>
          <p:cNvSpPr/>
          <p:nvPr/>
        </p:nvSpPr>
        <p:spPr>
          <a:xfrm>
            <a:off x="8473591" y="3536521"/>
            <a:ext cx="596920" cy="223845"/>
          </a:xfrm>
          <a:prstGeom prst="roundRect">
            <a:avLst/>
          </a:prstGeom>
          <a:solidFill>
            <a:srgbClr val="FF8931"/>
          </a:solidFill>
          <a:ln w="6985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" tIns="0" rIns="13716" bIns="0" rtlCol="0" anchor="ctr"/>
          <a:lstStyle/>
          <a:p>
            <a:pPr algn="ctr"/>
            <a:r>
              <a:rPr sz="514" b="1">
                <a:solidFill>
                  <a:srgbClr val="000000"/>
                </a:solidFill>
                <a:latin typeface="Aptos"/>
              </a:rPr>
              <a:t>Decision</a:t>
            </a:r>
            <a:br/>
            <a:r>
              <a:rPr sz="538" b="1">
                <a:latin typeface="Aptos"/>
              </a:rPr>
              <a:t>Fusion</a:t>
            </a:r>
          </a:p>
        </p:txBody>
      </p:sp>
      <p:sp>
        <p:nvSpPr>
          <p:cNvPr id="15820" name="Rounded Rectangle 51">
            <a:extLst>
              <a:ext uri="{FF2B5EF4-FFF2-40B4-BE49-F238E27FC236}">
                <a16:creationId xmlns:a16="http://schemas.microsoft.com/office/drawing/2014/main" id="{AB877844-7BD3-1436-DB02-E917BB543060}"/>
              </a:ext>
            </a:extLst>
          </p:cNvPr>
          <p:cNvSpPr/>
          <p:nvPr/>
        </p:nvSpPr>
        <p:spPr>
          <a:xfrm>
            <a:off x="9281921" y="3349984"/>
            <a:ext cx="659099" cy="248716"/>
          </a:xfrm>
          <a:prstGeom prst="roundRect">
            <a:avLst/>
          </a:prstGeom>
          <a:solidFill>
            <a:srgbClr val="FF8931"/>
          </a:solidFill>
          <a:ln w="6985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" tIns="0" rIns="13716" bIns="0" rtlCol="0" anchor="ctr"/>
          <a:lstStyle/>
          <a:p>
            <a:pPr algn="ctr"/>
            <a:r>
              <a:rPr sz="475" b="1">
                <a:solidFill>
                  <a:srgbClr val="000000"/>
                </a:solidFill>
                <a:latin typeface="Aptos"/>
              </a:rPr>
              <a:t>Risk Score</a:t>
            </a:r>
            <a:br/>
            <a:r>
              <a:rPr sz="538" b="1">
                <a:latin typeface="Aptos"/>
              </a:rPr>
              <a:t>Low / Mod / High</a:t>
            </a:r>
          </a:p>
        </p:txBody>
      </p:sp>
      <p:sp>
        <p:nvSpPr>
          <p:cNvPr id="15821" name="Rounded Rectangle 52">
            <a:extLst>
              <a:ext uri="{FF2B5EF4-FFF2-40B4-BE49-F238E27FC236}">
                <a16:creationId xmlns:a16="http://schemas.microsoft.com/office/drawing/2014/main" id="{E666C63B-3D3F-819D-8A3F-527A63A778A1}"/>
              </a:ext>
            </a:extLst>
          </p:cNvPr>
          <p:cNvSpPr/>
          <p:nvPr/>
        </p:nvSpPr>
        <p:spPr>
          <a:xfrm>
            <a:off x="9281921" y="3673316"/>
            <a:ext cx="659099" cy="248716"/>
          </a:xfrm>
          <a:prstGeom prst="roundRect">
            <a:avLst/>
          </a:prstGeom>
          <a:solidFill>
            <a:srgbClr val="FF8931"/>
          </a:solidFill>
          <a:ln w="6985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" tIns="0" rIns="13716" bIns="0" rtlCol="0" anchor="ctr"/>
          <a:lstStyle/>
          <a:p>
            <a:pPr algn="ctr"/>
            <a:r>
              <a:rPr sz="475" b="1">
                <a:solidFill>
                  <a:srgbClr val="000000"/>
                </a:solidFill>
                <a:latin typeface="Aptos"/>
              </a:rPr>
              <a:t>Explainability</a:t>
            </a:r>
            <a:br/>
            <a:r>
              <a:rPr sz="538" b="1">
                <a:latin typeface="Aptos"/>
              </a:rPr>
              <a:t>Why flagged?</a:t>
            </a:r>
          </a:p>
        </p:txBody>
      </p:sp>
      <p:cxnSp>
        <p:nvCxnSpPr>
          <p:cNvPr id="15822" name="Connector 53">
            <a:extLst>
              <a:ext uri="{FF2B5EF4-FFF2-40B4-BE49-F238E27FC236}">
                <a16:creationId xmlns:a16="http://schemas.microsoft.com/office/drawing/2014/main" id="{4D9CC340-1960-6179-20FA-A413EDF829DE}"/>
              </a:ext>
            </a:extLst>
          </p:cNvPr>
          <p:cNvCxnSpPr/>
          <p:nvPr/>
        </p:nvCxnSpPr>
        <p:spPr>
          <a:xfrm>
            <a:off x="5936680" y="3648444"/>
            <a:ext cx="186537" cy="1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23" name="Connector 54">
            <a:extLst>
              <a:ext uri="{FF2B5EF4-FFF2-40B4-BE49-F238E27FC236}">
                <a16:creationId xmlns:a16="http://schemas.microsoft.com/office/drawing/2014/main" id="{49EB1709-CD8B-2679-378A-C918A4ED9A49}"/>
              </a:ext>
            </a:extLst>
          </p:cNvPr>
          <p:cNvCxnSpPr/>
          <p:nvPr/>
        </p:nvCxnSpPr>
        <p:spPr>
          <a:xfrm>
            <a:off x="6745009" y="3648444"/>
            <a:ext cx="186537" cy="1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24" name="Connector 55">
            <a:extLst>
              <a:ext uri="{FF2B5EF4-FFF2-40B4-BE49-F238E27FC236}">
                <a16:creationId xmlns:a16="http://schemas.microsoft.com/office/drawing/2014/main" id="{E151530C-5A2D-9989-D2E8-CD520FA26D9C}"/>
              </a:ext>
            </a:extLst>
          </p:cNvPr>
          <p:cNvCxnSpPr/>
          <p:nvPr/>
        </p:nvCxnSpPr>
        <p:spPr>
          <a:xfrm>
            <a:off x="7503596" y="3648444"/>
            <a:ext cx="192755" cy="1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25" name="Connector 56">
            <a:extLst>
              <a:ext uri="{FF2B5EF4-FFF2-40B4-BE49-F238E27FC236}">
                <a16:creationId xmlns:a16="http://schemas.microsoft.com/office/drawing/2014/main" id="{D2AB58AF-540F-1D3E-D02D-5D508D721737}"/>
              </a:ext>
            </a:extLst>
          </p:cNvPr>
          <p:cNvCxnSpPr/>
          <p:nvPr/>
        </p:nvCxnSpPr>
        <p:spPr>
          <a:xfrm>
            <a:off x="8293271" y="3648444"/>
            <a:ext cx="180319" cy="1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26" name="Connector 57">
            <a:extLst>
              <a:ext uri="{FF2B5EF4-FFF2-40B4-BE49-F238E27FC236}">
                <a16:creationId xmlns:a16="http://schemas.microsoft.com/office/drawing/2014/main" id="{74E6F979-DFD1-AC5B-3311-FF5601CF97E1}"/>
              </a:ext>
            </a:extLst>
          </p:cNvPr>
          <p:cNvCxnSpPr/>
          <p:nvPr/>
        </p:nvCxnSpPr>
        <p:spPr>
          <a:xfrm flipV="1">
            <a:off x="9070511" y="3474342"/>
            <a:ext cx="211409" cy="174101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27" name="Connector 58">
            <a:extLst>
              <a:ext uri="{FF2B5EF4-FFF2-40B4-BE49-F238E27FC236}">
                <a16:creationId xmlns:a16="http://schemas.microsoft.com/office/drawing/2014/main" id="{348D1F1F-F7F3-6DC1-C613-E7D58B652DD1}"/>
              </a:ext>
            </a:extLst>
          </p:cNvPr>
          <p:cNvCxnSpPr/>
          <p:nvPr/>
        </p:nvCxnSpPr>
        <p:spPr>
          <a:xfrm>
            <a:off x="9070511" y="3648444"/>
            <a:ext cx="211409" cy="14923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828" name="Rounded Rectangle 59">
            <a:extLst>
              <a:ext uri="{FF2B5EF4-FFF2-40B4-BE49-F238E27FC236}">
                <a16:creationId xmlns:a16="http://schemas.microsoft.com/office/drawing/2014/main" id="{BF147C33-1824-7AC0-8339-2B0490FB6A84}"/>
              </a:ext>
            </a:extLst>
          </p:cNvPr>
          <p:cNvSpPr/>
          <p:nvPr/>
        </p:nvSpPr>
        <p:spPr>
          <a:xfrm>
            <a:off x="7708787" y="4052609"/>
            <a:ext cx="733714" cy="223845"/>
          </a:xfrm>
          <a:prstGeom prst="roundRect">
            <a:avLst/>
          </a:prstGeom>
          <a:solidFill>
            <a:srgbClr val="FFB7B7"/>
          </a:solidFill>
          <a:ln w="6985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" tIns="0" rIns="13716" bIns="0" rtlCol="0" anchor="ctr"/>
          <a:lstStyle/>
          <a:p>
            <a:pPr algn="ctr"/>
            <a:r>
              <a:rPr sz="514" b="1">
                <a:solidFill>
                  <a:srgbClr val="000000"/>
                </a:solidFill>
                <a:latin typeface="Aptos"/>
              </a:rPr>
              <a:t>Explainable Alert</a:t>
            </a:r>
          </a:p>
        </p:txBody>
      </p:sp>
      <p:sp>
        <p:nvSpPr>
          <p:cNvPr id="15829" name="Rounded Rectangle 60">
            <a:extLst>
              <a:ext uri="{FF2B5EF4-FFF2-40B4-BE49-F238E27FC236}">
                <a16:creationId xmlns:a16="http://schemas.microsoft.com/office/drawing/2014/main" id="{33B94820-590B-8A1C-23DC-7918539A327B}"/>
              </a:ext>
            </a:extLst>
          </p:cNvPr>
          <p:cNvSpPr/>
          <p:nvPr/>
        </p:nvSpPr>
        <p:spPr>
          <a:xfrm>
            <a:off x="8622821" y="4052609"/>
            <a:ext cx="696407" cy="223845"/>
          </a:xfrm>
          <a:prstGeom prst="roundRect">
            <a:avLst/>
          </a:prstGeom>
          <a:solidFill>
            <a:srgbClr val="B4DAEF"/>
          </a:solidFill>
          <a:ln w="6985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" tIns="0" rIns="13716" bIns="0" rtlCol="0" anchor="ctr"/>
          <a:lstStyle/>
          <a:p>
            <a:pPr algn="ctr"/>
            <a:r>
              <a:rPr sz="514" b="1">
                <a:solidFill>
                  <a:srgbClr val="000000"/>
                </a:solidFill>
                <a:latin typeface="Aptos"/>
              </a:rPr>
              <a:t>Counsellor Review</a:t>
            </a:r>
          </a:p>
        </p:txBody>
      </p:sp>
      <p:sp>
        <p:nvSpPr>
          <p:cNvPr id="15830" name="Rounded Rectangle 61">
            <a:extLst>
              <a:ext uri="{FF2B5EF4-FFF2-40B4-BE49-F238E27FC236}">
                <a16:creationId xmlns:a16="http://schemas.microsoft.com/office/drawing/2014/main" id="{828DDF01-3E72-C911-3A95-F0BAE2553F7E}"/>
              </a:ext>
            </a:extLst>
          </p:cNvPr>
          <p:cNvSpPr/>
          <p:nvPr/>
        </p:nvSpPr>
        <p:spPr>
          <a:xfrm>
            <a:off x="8622821" y="4407030"/>
            <a:ext cx="696407" cy="223845"/>
          </a:xfrm>
          <a:prstGeom prst="roundRect">
            <a:avLst/>
          </a:prstGeom>
          <a:solidFill>
            <a:srgbClr val="CEBEE9"/>
          </a:solidFill>
          <a:ln w="6985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" tIns="0" rIns="13716" bIns="0" rtlCol="0" anchor="ctr"/>
          <a:lstStyle/>
          <a:p>
            <a:pPr algn="ctr"/>
            <a:r>
              <a:rPr sz="475" b="1">
                <a:solidFill>
                  <a:srgbClr val="000000"/>
                </a:solidFill>
                <a:latin typeface="Aptos"/>
              </a:rPr>
              <a:t>Authority Analytics</a:t>
            </a:r>
          </a:p>
        </p:txBody>
      </p:sp>
      <p:cxnSp>
        <p:nvCxnSpPr>
          <p:cNvPr id="15831" name="Connector 62">
            <a:extLst>
              <a:ext uri="{FF2B5EF4-FFF2-40B4-BE49-F238E27FC236}">
                <a16:creationId xmlns:a16="http://schemas.microsoft.com/office/drawing/2014/main" id="{BE29B7DC-EE17-7F83-D106-CA96F680D675}"/>
              </a:ext>
            </a:extLst>
          </p:cNvPr>
          <p:cNvCxnSpPr/>
          <p:nvPr/>
        </p:nvCxnSpPr>
        <p:spPr>
          <a:xfrm>
            <a:off x="7994811" y="3797674"/>
            <a:ext cx="80832" cy="254934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32" name="Connector 63">
            <a:extLst>
              <a:ext uri="{FF2B5EF4-FFF2-40B4-BE49-F238E27FC236}">
                <a16:creationId xmlns:a16="http://schemas.microsoft.com/office/drawing/2014/main" id="{B53456F9-6E9D-8920-A964-D84F3AAC0AF0}"/>
              </a:ext>
            </a:extLst>
          </p:cNvPr>
          <p:cNvCxnSpPr/>
          <p:nvPr/>
        </p:nvCxnSpPr>
        <p:spPr>
          <a:xfrm>
            <a:off x="8442502" y="4164531"/>
            <a:ext cx="180319" cy="1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33" name="Connector 64">
            <a:extLst>
              <a:ext uri="{FF2B5EF4-FFF2-40B4-BE49-F238E27FC236}">
                <a16:creationId xmlns:a16="http://schemas.microsoft.com/office/drawing/2014/main" id="{7F6C17D4-C71A-5930-010F-C46F8EF95A99}"/>
              </a:ext>
            </a:extLst>
          </p:cNvPr>
          <p:cNvCxnSpPr/>
          <p:nvPr/>
        </p:nvCxnSpPr>
        <p:spPr>
          <a:xfrm>
            <a:off x="8971025" y="4276454"/>
            <a:ext cx="1" cy="130576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34" name="Connector 65">
            <a:extLst>
              <a:ext uri="{FF2B5EF4-FFF2-40B4-BE49-F238E27FC236}">
                <a16:creationId xmlns:a16="http://schemas.microsoft.com/office/drawing/2014/main" id="{16620BE9-9853-B25C-4C86-906C7CAE1143}"/>
              </a:ext>
            </a:extLst>
          </p:cNvPr>
          <p:cNvCxnSpPr/>
          <p:nvPr/>
        </p:nvCxnSpPr>
        <p:spPr>
          <a:xfrm>
            <a:off x="7217571" y="3772802"/>
            <a:ext cx="1" cy="882944"/>
          </a:xfrm>
          <a:prstGeom prst="line">
            <a:avLst/>
          </a:prstGeom>
          <a:ln w="825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35" name="Connector 66">
            <a:extLst>
              <a:ext uri="{FF2B5EF4-FFF2-40B4-BE49-F238E27FC236}">
                <a16:creationId xmlns:a16="http://schemas.microsoft.com/office/drawing/2014/main" id="{04B6F3C6-46CF-2A88-F8BE-F79B07E60C16}"/>
              </a:ext>
            </a:extLst>
          </p:cNvPr>
          <p:cNvCxnSpPr/>
          <p:nvPr/>
        </p:nvCxnSpPr>
        <p:spPr>
          <a:xfrm>
            <a:off x="7217571" y="4655747"/>
            <a:ext cx="1753453" cy="1"/>
          </a:xfrm>
          <a:prstGeom prst="line">
            <a:avLst/>
          </a:prstGeom>
          <a:ln w="825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36" name="Connector 67">
            <a:extLst>
              <a:ext uri="{FF2B5EF4-FFF2-40B4-BE49-F238E27FC236}">
                <a16:creationId xmlns:a16="http://schemas.microsoft.com/office/drawing/2014/main" id="{72CBD541-18CE-40E3-A14D-20973802A13C}"/>
              </a:ext>
            </a:extLst>
          </p:cNvPr>
          <p:cNvCxnSpPr/>
          <p:nvPr/>
        </p:nvCxnSpPr>
        <p:spPr>
          <a:xfrm flipV="1">
            <a:off x="8971025" y="4630875"/>
            <a:ext cx="1" cy="24871"/>
          </a:xfrm>
          <a:prstGeom prst="line">
            <a:avLst/>
          </a:prstGeom>
          <a:ln w="825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837" name="TextBox 15836">
            <a:extLst>
              <a:ext uri="{FF2B5EF4-FFF2-40B4-BE49-F238E27FC236}">
                <a16:creationId xmlns:a16="http://schemas.microsoft.com/office/drawing/2014/main" id="{E5F61221-C342-5D5A-3096-A4E91DBE1718}"/>
              </a:ext>
            </a:extLst>
          </p:cNvPr>
          <p:cNvSpPr txBox="1"/>
          <p:nvPr/>
        </p:nvSpPr>
        <p:spPr>
          <a:xfrm>
            <a:off x="7503596" y="4469209"/>
            <a:ext cx="963777" cy="17410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470" b="0">
                <a:solidFill>
                  <a:srgbClr val="000000"/>
                </a:solidFill>
                <a:latin typeface="Aptos"/>
              </a:rPr>
              <a:t>Feedback loop → baseline/model</a:t>
            </a:r>
            <a:br/>
            <a:r>
              <a:rPr sz="470" b="0">
                <a:latin typeface="Aptos"/>
              </a:rPr>
              <a:t>improves over time</a:t>
            </a:r>
          </a:p>
        </p:txBody>
      </p:sp>
      <p:sp>
        <p:nvSpPr>
          <p:cNvPr id="15838" name="Rectangle: Rounded Corners 15837">
            <a:extLst>
              <a:ext uri="{FF2B5EF4-FFF2-40B4-BE49-F238E27FC236}">
                <a16:creationId xmlns:a16="http://schemas.microsoft.com/office/drawing/2014/main" id="{99C847CF-8D0C-4BA5-6A84-EACD4511E898}"/>
              </a:ext>
            </a:extLst>
          </p:cNvPr>
          <p:cNvSpPr/>
          <p:nvPr/>
        </p:nvSpPr>
        <p:spPr>
          <a:xfrm>
            <a:off x="4490720" y="4978400"/>
            <a:ext cx="6532067" cy="1102772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b="1" dirty="0"/>
              <a:t>Personalized Baseline</a:t>
            </a:r>
            <a:r>
              <a:rPr lang="en-AU" dirty="0"/>
              <a:t> • </a:t>
            </a:r>
            <a:r>
              <a:rPr lang="en-AU" b="1" dirty="0"/>
              <a:t>Multimodal Analysis</a:t>
            </a:r>
            <a:r>
              <a:rPr lang="en-AU" dirty="0"/>
              <a:t> • </a:t>
            </a:r>
            <a:r>
              <a:rPr lang="en-AU" b="1" dirty="0"/>
              <a:t>Explainable Alerts</a:t>
            </a:r>
            <a:br>
              <a:rPr lang="en-AU" dirty="0"/>
            </a:br>
            <a:r>
              <a:rPr lang="en-AU" b="1" dirty="0"/>
              <a:t>Human-in-the-Loop</a:t>
            </a:r>
            <a:r>
              <a:rPr lang="en-AU" dirty="0"/>
              <a:t> • </a:t>
            </a:r>
            <a:r>
              <a:rPr lang="en-AU" b="1" dirty="0"/>
              <a:t>Consent-Based</a:t>
            </a:r>
            <a:r>
              <a:rPr lang="en-AU" dirty="0"/>
              <a:t> • </a:t>
            </a:r>
            <a:r>
              <a:rPr lang="en-AU" b="1" dirty="0"/>
              <a:t>Privacy-Focused</a:t>
            </a:r>
            <a:endParaRPr lang="en-AU" dirty="0"/>
          </a:p>
        </p:txBody>
      </p:sp>
      <p:pic>
        <p:nvPicPr>
          <p:cNvPr id="15843" name="Picture 15842">
            <a:extLst>
              <a:ext uri="{FF2B5EF4-FFF2-40B4-BE49-F238E27FC236}">
                <a16:creationId xmlns:a16="http://schemas.microsoft.com/office/drawing/2014/main" id="{D38523C7-05FF-0F1E-09E9-0C35F39C86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-9245"/>
            <a:ext cx="833120" cy="83312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C7B0FDA8-B35A-0715-E0B3-DD512AE0F9E4}"/>
              </a:ext>
            </a:extLst>
          </p:cNvPr>
          <p:cNvGrpSpPr/>
          <p:nvPr/>
        </p:nvGrpSpPr>
        <p:grpSpPr>
          <a:xfrm>
            <a:off x="8633114" y="1401920"/>
            <a:ext cx="2750260" cy="964995"/>
            <a:chOff x="0" y="0"/>
            <a:chExt cx="2973800" cy="1349565"/>
          </a:xfrm>
        </p:grpSpPr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534FFB4C-4A37-C8F9-7228-C4B89D111D39}"/>
                </a:ext>
              </a:extLst>
            </p:cNvPr>
            <p:cNvSpPr/>
            <p:nvPr/>
          </p:nvSpPr>
          <p:spPr>
            <a:xfrm>
              <a:off x="40018" y="45156"/>
              <a:ext cx="2933782" cy="1303704"/>
            </a:xfrm>
            <a:custGeom>
              <a:avLst/>
              <a:gdLst/>
              <a:ahLst/>
              <a:cxnLst/>
              <a:rect l="l" t="t" r="r" b="b"/>
              <a:pathLst>
                <a:path w="2933782" h="1303704">
                  <a:moveTo>
                    <a:pt x="622" y="1273929"/>
                  </a:moveTo>
                  <a:cubicBezTo>
                    <a:pt x="-1918" y="1282819"/>
                    <a:pt x="3162" y="1289169"/>
                    <a:pt x="18738" y="1290439"/>
                  </a:cubicBezTo>
                  <a:cubicBezTo>
                    <a:pt x="36694" y="1291709"/>
                    <a:pt x="52406" y="1291709"/>
                    <a:pt x="70362" y="1291709"/>
                  </a:cubicBezTo>
                  <a:cubicBezTo>
                    <a:pt x="142187" y="1292979"/>
                    <a:pt x="214012" y="1292979"/>
                    <a:pt x="288081" y="1294249"/>
                  </a:cubicBezTo>
                  <a:cubicBezTo>
                    <a:pt x="328483" y="1295519"/>
                    <a:pt x="368884" y="1296789"/>
                    <a:pt x="407042" y="1298059"/>
                  </a:cubicBezTo>
                  <a:cubicBezTo>
                    <a:pt x="474377" y="1299329"/>
                    <a:pt x="539469" y="1299329"/>
                    <a:pt x="606805" y="1300599"/>
                  </a:cubicBezTo>
                  <a:cubicBezTo>
                    <a:pt x="633739" y="1300599"/>
                    <a:pt x="658429" y="1300599"/>
                    <a:pt x="685363" y="1299329"/>
                  </a:cubicBezTo>
                  <a:cubicBezTo>
                    <a:pt x="696586" y="1299329"/>
                    <a:pt x="710053" y="1298059"/>
                    <a:pt x="721276" y="1298059"/>
                  </a:cubicBezTo>
                  <a:cubicBezTo>
                    <a:pt x="766166" y="1299329"/>
                    <a:pt x="1663979" y="1290439"/>
                    <a:pt x="1708869" y="1291709"/>
                  </a:cubicBezTo>
                  <a:cubicBezTo>
                    <a:pt x="1771716" y="1292979"/>
                    <a:pt x="1944545" y="1292979"/>
                    <a:pt x="2007392" y="1292979"/>
                  </a:cubicBezTo>
                  <a:cubicBezTo>
                    <a:pt x="2032082" y="1292979"/>
                    <a:pt x="2054527" y="1291709"/>
                    <a:pt x="2079217" y="1291709"/>
                  </a:cubicBezTo>
                  <a:lnTo>
                    <a:pt x="2200422" y="1295519"/>
                  </a:lnTo>
                  <a:cubicBezTo>
                    <a:pt x="2287958" y="1298059"/>
                    <a:pt x="2373250" y="1295519"/>
                    <a:pt x="2460787" y="1299329"/>
                  </a:cubicBezTo>
                  <a:cubicBezTo>
                    <a:pt x="2606682" y="1304409"/>
                    <a:pt x="2754821" y="1298059"/>
                    <a:pt x="2870282" y="1303139"/>
                  </a:cubicBezTo>
                  <a:cubicBezTo>
                    <a:pt x="2890602" y="1304409"/>
                    <a:pt x="2910922" y="1303139"/>
                    <a:pt x="2933782" y="1303139"/>
                  </a:cubicBezTo>
                  <a:lnTo>
                    <a:pt x="2933782" y="1243449"/>
                  </a:lnTo>
                  <a:cubicBezTo>
                    <a:pt x="2932512" y="1187553"/>
                    <a:pt x="2931242" y="1141515"/>
                    <a:pt x="2931242" y="1092601"/>
                  </a:cubicBezTo>
                  <a:cubicBezTo>
                    <a:pt x="2931242" y="1036013"/>
                    <a:pt x="2935052" y="978466"/>
                    <a:pt x="2928702" y="921879"/>
                  </a:cubicBezTo>
                  <a:cubicBezTo>
                    <a:pt x="2921082" y="884473"/>
                    <a:pt x="2909652" y="146917"/>
                    <a:pt x="2909652" y="109512"/>
                  </a:cubicBezTo>
                  <a:cubicBezTo>
                    <a:pt x="2907112" y="83616"/>
                    <a:pt x="2905842" y="56760"/>
                    <a:pt x="2903302" y="30864"/>
                  </a:cubicBezTo>
                  <a:cubicBezTo>
                    <a:pt x="2903302" y="23191"/>
                    <a:pt x="2902032" y="15519"/>
                    <a:pt x="2900762" y="5644"/>
                  </a:cubicBezTo>
                  <a:cubicBezTo>
                    <a:pt x="2890602" y="3104"/>
                    <a:pt x="2881712" y="1834"/>
                    <a:pt x="2871552" y="564"/>
                  </a:cubicBezTo>
                  <a:cubicBezTo>
                    <a:pt x="2863932" y="-706"/>
                    <a:pt x="2856312" y="564"/>
                    <a:pt x="2849962" y="564"/>
                  </a:cubicBezTo>
                  <a:lnTo>
                    <a:pt x="7515" y="5644"/>
                  </a:lnTo>
                  <a:lnTo>
                    <a:pt x="622" y="1273929"/>
                  </a:lnTo>
                  <a:close/>
                </a:path>
              </a:pathLst>
            </a:custGeom>
            <a:solidFill>
              <a:srgbClr val="BCD797"/>
            </a:solidFill>
          </p:spPr>
          <p:txBody>
            <a:bodyPr/>
            <a:lstStyle/>
            <a:p>
              <a:endParaRPr lang="en-AU"/>
            </a:p>
          </p:txBody>
        </p:sp>
        <p:sp>
          <p:nvSpPr>
            <p:cNvPr id="8" name="Freeform 5">
              <a:extLst>
                <a:ext uri="{FF2B5EF4-FFF2-40B4-BE49-F238E27FC236}">
                  <a16:creationId xmlns:a16="http://schemas.microsoft.com/office/drawing/2014/main" id="{29C39781-2ACE-8C7A-B250-90C8AE6730ED}"/>
                </a:ext>
              </a:extLst>
            </p:cNvPr>
            <p:cNvSpPr/>
            <p:nvPr/>
          </p:nvSpPr>
          <p:spPr>
            <a:xfrm>
              <a:off x="11430" y="16510"/>
              <a:ext cx="2912840" cy="1294955"/>
            </a:xfrm>
            <a:custGeom>
              <a:avLst/>
              <a:gdLst/>
              <a:ahLst/>
              <a:cxnLst/>
              <a:rect l="l" t="t" r="r" b="b"/>
              <a:pathLst>
                <a:path w="2912840" h="1294955">
                  <a:moveTo>
                    <a:pt x="2912840" y="1294955"/>
                  </a:moveTo>
                  <a:lnTo>
                    <a:pt x="0" y="1287335"/>
                  </a:lnTo>
                  <a:lnTo>
                    <a:pt x="0" y="460419"/>
                  </a:lnTo>
                  <a:lnTo>
                    <a:pt x="7620" y="20320"/>
                  </a:lnTo>
                  <a:lnTo>
                    <a:pt x="1456891" y="0"/>
                  </a:lnTo>
                  <a:lnTo>
                    <a:pt x="2891250" y="8890"/>
                  </a:lnTo>
                  <a:close/>
                </a:path>
              </a:pathLst>
            </a:custGeom>
            <a:solidFill>
              <a:srgbClr val="F8F8F8"/>
            </a:solidFill>
          </p:spPr>
          <p:txBody>
            <a:bodyPr/>
            <a:lstStyle/>
            <a:p>
              <a:endParaRPr lang="en-AU"/>
            </a:p>
          </p:txBody>
        </p:sp>
        <p:sp>
          <p:nvSpPr>
            <p:cNvPr id="9" name="Freeform 6">
              <a:extLst>
                <a:ext uri="{FF2B5EF4-FFF2-40B4-BE49-F238E27FC236}">
                  <a16:creationId xmlns:a16="http://schemas.microsoft.com/office/drawing/2014/main" id="{41B0204D-CF8C-9348-0E58-45C22186B586}"/>
                </a:ext>
              </a:extLst>
            </p:cNvPr>
            <p:cNvSpPr/>
            <p:nvPr/>
          </p:nvSpPr>
          <p:spPr>
            <a:xfrm>
              <a:off x="-215" y="0"/>
              <a:ext cx="2937184" cy="1320919"/>
            </a:xfrm>
            <a:custGeom>
              <a:avLst/>
              <a:gdLst/>
              <a:ahLst/>
              <a:cxnLst/>
              <a:rect l="l" t="t" r="r" b="b"/>
              <a:pathLst>
                <a:path w="2937184" h="1320919">
                  <a:moveTo>
                    <a:pt x="2904165" y="21590"/>
                  </a:moveTo>
                  <a:cubicBezTo>
                    <a:pt x="2905435" y="34290"/>
                    <a:pt x="2905435" y="44450"/>
                    <a:pt x="2906705" y="53961"/>
                  </a:cubicBezTo>
                  <a:cubicBezTo>
                    <a:pt x="2909245" y="79857"/>
                    <a:pt x="2910515" y="106712"/>
                    <a:pt x="2913055" y="132608"/>
                  </a:cubicBezTo>
                  <a:cubicBezTo>
                    <a:pt x="2913055" y="170013"/>
                    <a:pt x="2925755" y="907570"/>
                    <a:pt x="2932105" y="944975"/>
                  </a:cubicBezTo>
                  <a:cubicBezTo>
                    <a:pt x="2938455" y="1001563"/>
                    <a:pt x="2934645" y="1059109"/>
                    <a:pt x="2934645" y="1115697"/>
                  </a:cubicBezTo>
                  <a:cubicBezTo>
                    <a:pt x="2934645" y="1165571"/>
                    <a:pt x="2935915" y="1211608"/>
                    <a:pt x="2937185" y="1260665"/>
                  </a:cubicBezTo>
                  <a:lnTo>
                    <a:pt x="2937185" y="1320355"/>
                  </a:lnTo>
                  <a:cubicBezTo>
                    <a:pt x="2914325" y="1320355"/>
                    <a:pt x="2894005" y="1321625"/>
                    <a:pt x="2873685" y="1320355"/>
                  </a:cubicBezTo>
                  <a:cubicBezTo>
                    <a:pt x="2729962" y="1315275"/>
                    <a:pt x="2581823" y="1321625"/>
                    <a:pt x="2435929" y="1316545"/>
                  </a:cubicBezTo>
                  <a:cubicBezTo>
                    <a:pt x="2348392" y="1312735"/>
                    <a:pt x="2263100" y="1315275"/>
                    <a:pt x="2175563" y="1312735"/>
                  </a:cubicBezTo>
                  <a:lnTo>
                    <a:pt x="2054359" y="1308925"/>
                  </a:lnTo>
                  <a:cubicBezTo>
                    <a:pt x="2029669" y="1308925"/>
                    <a:pt x="2007224" y="1310195"/>
                    <a:pt x="1982534" y="1310195"/>
                  </a:cubicBezTo>
                  <a:cubicBezTo>
                    <a:pt x="1919687" y="1308925"/>
                    <a:pt x="1746858" y="1310195"/>
                    <a:pt x="1684011" y="1308925"/>
                  </a:cubicBezTo>
                  <a:cubicBezTo>
                    <a:pt x="1639120" y="1307655"/>
                    <a:pt x="741308" y="1316545"/>
                    <a:pt x="696417" y="1315275"/>
                  </a:cubicBezTo>
                  <a:cubicBezTo>
                    <a:pt x="685195" y="1315275"/>
                    <a:pt x="671728" y="1316545"/>
                    <a:pt x="660505" y="1316545"/>
                  </a:cubicBezTo>
                  <a:cubicBezTo>
                    <a:pt x="633571" y="1316545"/>
                    <a:pt x="608881" y="1317815"/>
                    <a:pt x="581946" y="1317815"/>
                  </a:cubicBezTo>
                  <a:cubicBezTo>
                    <a:pt x="514610" y="1317815"/>
                    <a:pt x="449519" y="1316545"/>
                    <a:pt x="382183" y="1315275"/>
                  </a:cubicBezTo>
                  <a:cubicBezTo>
                    <a:pt x="341782" y="1314005"/>
                    <a:pt x="301380" y="1312735"/>
                    <a:pt x="263223" y="1311465"/>
                  </a:cubicBezTo>
                  <a:cubicBezTo>
                    <a:pt x="191398" y="1310195"/>
                    <a:pt x="119573" y="1308925"/>
                    <a:pt x="45504" y="1308925"/>
                  </a:cubicBezTo>
                  <a:cubicBezTo>
                    <a:pt x="34505" y="1308925"/>
                    <a:pt x="25615" y="1308925"/>
                    <a:pt x="15455" y="1307655"/>
                  </a:cubicBezTo>
                  <a:cubicBezTo>
                    <a:pt x="6565" y="1306385"/>
                    <a:pt x="1485" y="1300035"/>
                    <a:pt x="4025" y="1291145"/>
                  </a:cubicBezTo>
                  <a:cubicBezTo>
                    <a:pt x="12915" y="1259564"/>
                    <a:pt x="9105" y="1235586"/>
                    <a:pt x="7835" y="1210649"/>
                  </a:cubicBezTo>
                  <a:cubicBezTo>
                    <a:pt x="6565" y="1159816"/>
                    <a:pt x="2755" y="1109942"/>
                    <a:pt x="4025" y="1059109"/>
                  </a:cubicBezTo>
                  <a:cubicBezTo>
                    <a:pt x="1485" y="995808"/>
                    <a:pt x="-3595" y="212214"/>
                    <a:pt x="4025" y="147954"/>
                  </a:cubicBezTo>
                  <a:cubicBezTo>
                    <a:pt x="5295" y="135485"/>
                    <a:pt x="4025" y="122058"/>
                    <a:pt x="5295" y="109589"/>
                  </a:cubicBezTo>
                  <a:cubicBezTo>
                    <a:pt x="6565" y="89448"/>
                    <a:pt x="9105" y="67388"/>
                    <a:pt x="10375" y="44450"/>
                  </a:cubicBezTo>
                  <a:cubicBezTo>
                    <a:pt x="10375" y="41910"/>
                    <a:pt x="11645" y="39370"/>
                    <a:pt x="12915" y="38100"/>
                  </a:cubicBezTo>
                  <a:cubicBezTo>
                    <a:pt x="34505" y="35560"/>
                    <a:pt x="63460" y="30480"/>
                    <a:pt x="99372" y="29210"/>
                  </a:cubicBezTo>
                  <a:cubicBezTo>
                    <a:pt x="159975" y="25400"/>
                    <a:pt x="220577" y="22860"/>
                    <a:pt x="283424" y="20320"/>
                  </a:cubicBezTo>
                  <a:cubicBezTo>
                    <a:pt x="326070" y="17780"/>
                    <a:pt x="368716" y="16510"/>
                    <a:pt x="409118" y="13970"/>
                  </a:cubicBezTo>
                  <a:cubicBezTo>
                    <a:pt x="449519" y="11430"/>
                    <a:pt x="492165" y="8890"/>
                    <a:pt x="532567" y="8890"/>
                  </a:cubicBezTo>
                  <a:cubicBezTo>
                    <a:pt x="577457" y="7620"/>
                    <a:pt x="622348" y="10160"/>
                    <a:pt x="667239" y="8890"/>
                  </a:cubicBezTo>
                  <a:cubicBezTo>
                    <a:pt x="723352" y="8890"/>
                    <a:pt x="1740124" y="6350"/>
                    <a:pt x="1796238" y="5080"/>
                  </a:cubicBezTo>
                  <a:cubicBezTo>
                    <a:pt x="1850106" y="3810"/>
                    <a:pt x="1903975" y="2540"/>
                    <a:pt x="1960088" y="2540"/>
                  </a:cubicBezTo>
                  <a:cubicBezTo>
                    <a:pt x="2052114" y="1270"/>
                    <a:pt x="2141895" y="0"/>
                    <a:pt x="2233921" y="0"/>
                  </a:cubicBezTo>
                  <a:cubicBezTo>
                    <a:pt x="2272078" y="0"/>
                    <a:pt x="2312479" y="2540"/>
                    <a:pt x="2350636" y="2540"/>
                  </a:cubicBezTo>
                  <a:cubicBezTo>
                    <a:pt x="2456130" y="3810"/>
                    <a:pt x="2563867" y="5080"/>
                    <a:pt x="2669360" y="7620"/>
                  </a:cubicBezTo>
                  <a:cubicBezTo>
                    <a:pt x="2725473" y="8890"/>
                    <a:pt x="2781587" y="12700"/>
                    <a:pt x="2837700" y="16510"/>
                  </a:cubicBezTo>
                  <a:lnTo>
                    <a:pt x="2873685" y="16510"/>
                  </a:lnTo>
                  <a:cubicBezTo>
                    <a:pt x="2885115" y="17780"/>
                    <a:pt x="2894005" y="20320"/>
                    <a:pt x="2904165" y="21590"/>
                  </a:cubicBezTo>
                  <a:close/>
                  <a:moveTo>
                    <a:pt x="2914325" y="1303845"/>
                  </a:moveTo>
                  <a:cubicBezTo>
                    <a:pt x="2915595" y="1287335"/>
                    <a:pt x="2916865" y="1274635"/>
                    <a:pt x="2916865" y="1261935"/>
                  </a:cubicBezTo>
                  <a:cubicBezTo>
                    <a:pt x="2915595" y="1206813"/>
                    <a:pt x="2914325" y="1155980"/>
                    <a:pt x="2914325" y="1101310"/>
                  </a:cubicBezTo>
                  <a:cubicBezTo>
                    <a:pt x="2914325" y="1076374"/>
                    <a:pt x="2916865" y="1051437"/>
                    <a:pt x="2915595" y="1026500"/>
                  </a:cubicBezTo>
                  <a:cubicBezTo>
                    <a:pt x="2915595" y="1003481"/>
                    <a:pt x="2914325" y="979503"/>
                    <a:pt x="2913055" y="956485"/>
                  </a:cubicBezTo>
                  <a:cubicBezTo>
                    <a:pt x="2907975" y="920997"/>
                    <a:pt x="2896545" y="186318"/>
                    <a:pt x="2896545" y="150831"/>
                  </a:cubicBezTo>
                  <a:cubicBezTo>
                    <a:pt x="2894005" y="121099"/>
                    <a:pt x="2891465" y="90407"/>
                    <a:pt x="2888925" y="60675"/>
                  </a:cubicBezTo>
                  <a:cubicBezTo>
                    <a:pt x="2887655" y="44450"/>
                    <a:pt x="2886385" y="43180"/>
                    <a:pt x="2869123" y="41910"/>
                  </a:cubicBezTo>
                  <a:cubicBezTo>
                    <a:pt x="2862390" y="41910"/>
                    <a:pt x="2857901" y="41910"/>
                    <a:pt x="2851167" y="40640"/>
                  </a:cubicBezTo>
                  <a:cubicBezTo>
                    <a:pt x="2795054" y="36830"/>
                    <a:pt x="2736696" y="31750"/>
                    <a:pt x="2680583" y="30480"/>
                  </a:cubicBezTo>
                  <a:cubicBezTo>
                    <a:pt x="2543666" y="26670"/>
                    <a:pt x="2404505" y="25400"/>
                    <a:pt x="2267589" y="22860"/>
                  </a:cubicBezTo>
                  <a:lnTo>
                    <a:pt x="2105983" y="22860"/>
                  </a:lnTo>
                  <a:cubicBezTo>
                    <a:pt x="2034158" y="22860"/>
                    <a:pt x="1962333" y="22860"/>
                    <a:pt x="1892752" y="24130"/>
                  </a:cubicBezTo>
                  <a:cubicBezTo>
                    <a:pt x="1832150" y="25400"/>
                    <a:pt x="810888" y="29210"/>
                    <a:pt x="750286" y="29210"/>
                  </a:cubicBezTo>
                  <a:cubicBezTo>
                    <a:pt x="651527" y="29210"/>
                    <a:pt x="552767" y="26670"/>
                    <a:pt x="454008" y="33020"/>
                  </a:cubicBezTo>
                  <a:cubicBezTo>
                    <a:pt x="402384" y="36830"/>
                    <a:pt x="353004" y="36830"/>
                    <a:pt x="303625" y="38100"/>
                  </a:cubicBezTo>
                  <a:cubicBezTo>
                    <a:pt x="218332" y="41910"/>
                    <a:pt x="133040" y="45720"/>
                    <a:pt x="47748" y="50800"/>
                  </a:cubicBezTo>
                  <a:cubicBezTo>
                    <a:pt x="33235" y="50800"/>
                    <a:pt x="30695" y="53002"/>
                    <a:pt x="29425" y="64511"/>
                  </a:cubicBezTo>
                  <a:cubicBezTo>
                    <a:pt x="28155" y="81775"/>
                    <a:pt x="28155" y="99039"/>
                    <a:pt x="26885" y="116303"/>
                  </a:cubicBezTo>
                  <a:cubicBezTo>
                    <a:pt x="25615" y="145076"/>
                    <a:pt x="23075" y="172891"/>
                    <a:pt x="21805" y="201664"/>
                  </a:cubicBezTo>
                  <a:cubicBezTo>
                    <a:pt x="16725" y="232356"/>
                    <a:pt x="23075" y="982381"/>
                    <a:pt x="25615" y="1013072"/>
                  </a:cubicBezTo>
                  <a:cubicBezTo>
                    <a:pt x="25615" y="1045682"/>
                    <a:pt x="25615" y="1079251"/>
                    <a:pt x="26885" y="1111861"/>
                  </a:cubicBezTo>
                  <a:cubicBezTo>
                    <a:pt x="26885" y="1135838"/>
                    <a:pt x="29425" y="1159816"/>
                    <a:pt x="29425" y="1183794"/>
                  </a:cubicBezTo>
                  <a:cubicBezTo>
                    <a:pt x="29425" y="1209690"/>
                    <a:pt x="29425" y="1235586"/>
                    <a:pt x="28155" y="1261935"/>
                  </a:cubicBezTo>
                  <a:lnTo>
                    <a:pt x="28155" y="1272095"/>
                  </a:lnTo>
                  <a:cubicBezTo>
                    <a:pt x="28155" y="1282255"/>
                    <a:pt x="31965" y="1286065"/>
                    <a:pt x="40855" y="1286065"/>
                  </a:cubicBezTo>
                  <a:cubicBezTo>
                    <a:pt x="67949" y="1286065"/>
                    <a:pt x="99372" y="1287335"/>
                    <a:pt x="128551" y="1287335"/>
                  </a:cubicBezTo>
                  <a:cubicBezTo>
                    <a:pt x="171197" y="1287335"/>
                    <a:pt x="216088" y="1284795"/>
                    <a:pt x="258734" y="1287335"/>
                  </a:cubicBezTo>
                  <a:cubicBezTo>
                    <a:pt x="328314" y="1291145"/>
                    <a:pt x="397895" y="1293685"/>
                    <a:pt x="467475" y="1292415"/>
                  </a:cubicBezTo>
                  <a:cubicBezTo>
                    <a:pt x="512366" y="1291145"/>
                    <a:pt x="555012" y="1293685"/>
                    <a:pt x="599903" y="1293685"/>
                  </a:cubicBezTo>
                  <a:cubicBezTo>
                    <a:pt x="664994" y="1293685"/>
                    <a:pt x="730085" y="1292415"/>
                    <a:pt x="795177" y="1293685"/>
                  </a:cubicBezTo>
                  <a:cubicBezTo>
                    <a:pt x="891692" y="1294955"/>
                    <a:pt x="1951110" y="1284795"/>
                    <a:pt x="2049870" y="1287335"/>
                  </a:cubicBezTo>
                  <a:cubicBezTo>
                    <a:pt x="2092516" y="1288605"/>
                    <a:pt x="2135162" y="1289875"/>
                    <a:pt x="2175563" y="1289875"/>
                  </a:cubicBezTo>
                  <a:cubicBezTo>
                    <a:pt x="2249633" y="1292415"/>
                    <a:pt x="2321458" y="1288605"/>
                    <a:pt x="2395527" y="1292415"/>
                  </a:cubicBezTo>
                  <a:cubicBezTo>
                    <a:pt x="2456130" y="1294955"/>
                    <a:pt x="2516732" y="1294955"/>
                    <a:pt x="2577334" y="1297495"/>
                  </a:cubicBezTo>
                  <a:cubicBezTo>
                    <a:pt x="2667116" y="1301305"/>
                    <a:pt x="2756897" y="1303845"/>
                    <a:pt x="2846678" y="1305115"/>
                  </a:cubicBezTo>
                  <a:cubicBezTo>
                    <a:pt x="2876225" y="1305115"/>
                    <a:pt x="2894005" y="1303845"/>
                    <a:pt x="2914325" y="1303845"/>
                  </a:cubicBezTo>
                  <a:close/>
                </a:path>
              </a:pathLst>
            </a:custGeom>
            <a:solidFill>
              <a:srgbClr val="2A2B39"/>
            </a:solid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13" name="Group 7">
            <a:extLst>
              <a:ext uri="{FF2B5EF4-FFF2-40B4-BE49-F238E27FC236}">
                <a16:creationId xmlns:a16="http://schemas.microsoft.com/office/drawing/2014/main" id="{C7E9DDEE-5654-C2C3-42E8-D9243B346158}"/>
              </a:ext>
            </a:extLst>
          </p:cNvPr>
          <p:cNvGrpSpPr/>
          <p:nvPr/>
        </p:nvGrpSpPr>
        <p:grpSpPr>
          <a:xfrm>
            <a:off x="8644020" y="3007101"/>
            <a:ext cx="2693547" cy="976947"/>
            <a:chOff x="0" y="0"/>
            <a:chExt cx="2973800" cy="1349565"/>
          </a:xfrm>
        </p:grpSpPr>
        <p:sp>
          <p:nvSpPr>
            <p:cNvPr id="14" name="Freeform 8">
              <a:extLst>
                <a:ext uri="{FF2B5EF4-FFF2-40B4-BE49-F238E27FC236}">
                  <a16:creationId xmlns:a16="http://schemas.microsoft.com/office/drawing/2014/main" id="{1FD02692-BC21-A839-5064-A8F7C97E1F55}"/>
                </a:ext>
              </a:extLst>
            </p:cNvPr>
            <p:cNvSpPr/>
            <p:nvPr/>
          </p:nvSpPr>
          <p:spPr>
            <a:xfrm>
              <a:off x="40018" y="45156"/>
              <a:ext cx="2933782" cy="1303704"/>
            </a:xfrm>
            <a:custGeom>
              <a:avLst/>
              <a:gdLst/>
              <a:ahLst/>
              <a:cxnLst/>
              <a:rect l="l" t="t" r="r" b="b"/>
              <a:pathLst>
                <a:path w="2933782" h="1303704">
                  <a:moveTo>
                    <a:pt x="622" y="1273929"/>
                  </a:moveTo>
                  <a:cubicBezTo>
                    <a:pt x="-1918" y="1282819"/>
                    <a:pt x="3162" y="1289169"/>
                    <a:pt x="18738" y="1290439"/>
                  </a:cubicBezTo>
                  <a:cubicBezTo>
                    <a:pt x="36694" y="1291709"/>
                    <a:pt x="52406" y="1291709"/>
                    <a:pt x="70362" y="1291709"/>
                  </a:cubicBezTo>
                  <a:cubicBezTo>
                    <a:pt x="142187" y="1292979"/>
                    <a:pt x="214012" y="1292979"/>
                    <a:pt x="288081" y="1294249"/>
                  </a:cubicBezTo>
                  <a:cubicBezTo>
                    <a:pt x="328483" y="1295519"/>
                    <a:pt x="368884" y="1296789"/>
                    <a:pt x="407042" y="1298059"/>
                  </a:cubicBezTo>
                  <a:cubicBezTo>
                    <a:pt x="474377" y="1299329"/>
                    <a:pt x="539469" y="1299329"/>
                    <a:pt x="606805" y="1300599"/>
                  </a:cubicBezTo>
                  <a:cubicBezTo>
                    <a:pt x="633739" y="1300599"/>
                    <a:pt x="658429" y="1300599"/>
                    <a:pt x="685363" y="1299329"/>
                  </a:cubicBezTo>
                  <a:cubicBezTo>
                    <a:pt x="696586" y="1299329"/>
                    <a:pt x="710053" y="1298059"/>
                    <a:pt x="721276" y="1298059"/>
                  </a:cubicBezTo>
                  <a:cubicBezTo>
                    <a:pt x="766166" y="1299329"/>
                    <a:pt x="1663979" y="1290439"/>
                    <a:pt x="1708869" y="1291709"/>
                  </a:cubicBezTo>
                  <a:cubicBezTo>
                    <a:pt x="1771716" y="1292979"/>
                    <a:pt x="1944545" y="1292979"/>
                    <a:pt x="2007392" y="1292979"/>
                  </a:cubicBezTo>
                  <a:cubicBezTo>
                    <a:pt x="2032082" y="1292979"/>
                    <a:pt x="2054527" y="1291709"/>
                    <a:pt x="2079217" y="1291709"/>
                  </a:cubicBezTo>
                  <a:lnTo>
                    <a:pt x="2200422" y="1295519"/>
                  </a:lnTo>
                  <a:cubicBezTo>
                    <a:pt x="2287958" y="1298059"/>
                    <a:pt x="2373250" y="1295519"/>
                    <a:pt x="2460787" y="1299329"/>
                  </a:cubicBezTo>
                  <a:cubicBezTo>
                    <a:pt x="2606682" y="1304409"/>
                    <a:pt x="2754821" y="1298059"/>
                    <a:pt x="2870282" y="1303139"/>
                  </a:cubicBezTo>
                  <a:cubicBezTo>
                    <a:pt x="2890602" y="1304409"/>
                    <a:pt x="2910922" y="1303139"/>
                    <a:pt x="2933782" y="1303139"/>
                  </a:cubicBezTo>
                  <a:lnTo>
                    <a:pt x="2933782" y="1243449"/>
                  </a:lnTo>
                  <a:cubicBezTo>
                    <a:pt x="2932512" y="1187553"/>
                    <a:pt x="2931242" y="1141515"/>
                    <a:pt x="2931242" y="1092601"/>
                  </a:cubicBezTo>
                  <a:cubicBezTo>
                    <a:pt x="2931242" y="1036013"/>
                    <a:pt x="2935052" y="978466"/>
                    <a:pt x="2928702" y="921879"/>
                  </a:cubicBezTo>
                  <a:cubicBezTo>
                    <a:pt x="2921082" y="884473"/>
                    <a:pt x="2909652" y="146917"/>
                    <a:pt x="2909652" y="109512"/>
                  </a:cubicBezTo>
                  <a:cubicBezTo>
                    <a:pt x="2907112" y="83616"/>
                    <a:pt x="2905842" y="56760"/>
                    <a:pt x="2903302" y="30864"/>
                  </a:cubicBezTo>
                  <a:cubicBezTo>
                    <a:pt x="2903302" y="23191"/>
                    <a:pt x="2902032" y="15519"/>
                    <a:pt x="2900762" y="5644"/>
                  </a:cubicBezTo>
                  <a:cubicBezTo>
                    <a:pt x="2890602" y="3104"/>
                    <a:pt x="2881712" y="1834"/>
                    <a:pt x="2871552" y="564"/>
                  </a:cubicBezTo>
                  <a:cubicBezTo>
                    <a:pt x="2863932" y="-706"/>
                    <a:pt x="2856312" y="564"/>
                    <a:pt x="2849962" y="564"/>
                  </a:cubicBezTo>
                  <a:lnTo>
                    <a:pt x="7515" y="5644"/>
                  </a:lnTo>
                  <a:lnTo>
                    <a:pt x="622" y="1273929"/>
                  </a:lnTo>
                  <a:close/>
                </a:path>
              </a:pathLst>
            </a:custGeom>
            <a:solidFill>
              <a:srgbClr val="FFAADF"/>
            </a:solidFill>
          </p:spPr>
          <p:txBody>
            <a:bodyPr/>
            <a:lstStyle/>
            <a:p>
              <a:endParaRPr lang="en-AU"/>
            </a:p>
          </p:txBody>
        </p:sp>
        <p:sp>
          <p:nvSpPr>
            <p:cNvPr id="15" name="Freeform 9">
              <a:extLst>
                <a:ext uri="{FF2B5EF4-FFF2-40B4-BE49-F238E27FC236}">
                  <a16:creationId xmlns:a16="http://schemas.microsoft.com/office/drawing/2014/main" id="{566E0FA4-FC22-4351-90AA-A4017D180C79}"/>
                </a:ext>
              </a:extLst>
            </p:cNvPr>
            <p:cNvSpPr/>
            <p:nvPr/>
          </p:nvSpPr>
          <p:spPr>
            <a:xfrm>
              <a:off x="11430" y="16510"/>
              <a:ext cx="2912840" cy="1294955"/>
            </a:xfrm>
            <a:custGeom>
              <a:avLst/>
              <a:gdLst/>
              <a:ahLst/>
              <a:cxnLst/>
              <a:rect l="l" t="t" r="r" b="b"/>
              <a:pathLst>
                <a:path w="2912840" h="1294955">
                  <a:moveTo>
                    <a:pt x="2912840" y="1294955"/>
                  </a:moveTo>
                  <a:lnTo>
                    <a:pt x="0" y="1287335"/>
                  </a:lnTo>
                  <a:lnTo>
                    <a:pt x="0" y="460419"/>
                  </a:lnTo>
                  <a:lnTo>
                    <a:pt x="7620" y="20320"/>
                  </a:lnTo>
                  <a:lnTo>
                    <a:pt x="1456891" y="0"/>
                  </a:lnTo>
                  <a:lnTo>
                    <a:pt x="2891250" y="8890"/>
                  </a:lnTo>
                  <a:close/>
                </a:path>
              </a:pathLst>
            </a:custGeom>
            <a:solidFill>
              <a:srgbClr val="F8F8F8"/>
            </a:solidFill>
          </p:spPr>
          <p:txBody>
            <a:bodyPr/>
            <a:lstStyle/>
            <a:p>
              <a:endParaRPr lang="en-AU"/>
            </a:p>
          </p:txBody>
        </p:sp>
        <p:sp>
          <p:nvSpPr>
            <p:cNvPr id="16" name="Freeform 10">
              <a:extLst>
                <a:ext uri="{FF2B5EF4-FFF2-40B4-BE49-F238E27FC236}">
                  <a16:creationId xmlns:a16="http://schemas.microsoft.com/office/drawing/2014/main" id="{189609B7-4FED-0ABA-D871-F9F4DE4105DD}"/>
                </a:ext>
              </a:extLst>
            </p:cNvPr>
            <p:cNvSpPr/>
            <p:nvPr/>
          </p:nvSpPr>
          <p:spPr>
            <a:xfrm>
              <a:off x="-215" y="0"/>
              <a:ext cx="2937184" cy="1320919"/>
            </a:xfrm>
            <a:custGeom>
              <a:avLst/>
              <a:gdLst/>
              <a:ahLst/>
              <a:cxnLst/>
              <a:rect l="l" t="t" r="r" b="b"/>
              <a:pathLst>
                <a:path w="2937184" h="1320919">
                  <a:moveTo>
                    <a:pt x="2904165" y="21590"/>
                  </a:moveTo>
                  <a:cubicBezTo>
                    <a:pt x="2905435" y="34290"/>
                    <a:pt x="2905435" y="44450"/>
                    <a:pt x="2906705" y="53961"/>
                  </a:cubicBezTo>
                  <a:cubicBezTo>
                    <a:pt x="2909245" y="79857"/>
                    <a:pt x="2910515" y="106712"/>
                    <a:pt x="2913055" y="132608"/>
                  </a:cubicBezTo>
                  <a:cubicBezTo>
                    <a:pt x="2913055" y="170013"/>
                    <a:pt x="2925755" y="907570"/>
                    <a:pt x="2932105" y="944975"/>
                  </a:cubicBezTo>
                  <a:cubicBezTo>
                    <a:pt x="2938455" y="1001563"/>
                    <a:pt x="2934645" y="1059109"/>
                    <a:pt x="2934645" y="1115697"/>
                  </a:cubicBezTo>
                  <a:cubicBezTo>
                    <a:pt x="2934645" y="1165571"/>
                    <a:pt x="2935915" y="1211608"/>
                    <a:pt x="2937185" y="1260665"/>
                  </a:cubicBezTo>
                  <a:lnTo>
                    <a:pt x="2937185" y="1320355"/>
                  </a:lnTo>
                  <a:cubicBezTo>
                    <a:pt x="2914325" y="1320355"/>
                    <a:pt x="2894005" y="1321625"/>
                    <a:pt x="2873685" y="1320355"/>
                  </a:cubicBezTo>
                  <a:cubicBezTo>
                    <a:pt x="2729962" y="1315275"/>
                    <a:pt x="2581823" y="1321625"/>
                    <a:pt x="2435929" y="1316545"/>
                  </a:cubicBezTo>
                  <a:cubicBezTo>
                    <a:pt x="2348392" y="1312735"/>
                    <a:pt x="2263100" y="1315275"/>
                    <a:pt x="2175563" y="1312735"/>
                  </a:cubicBezTo>
                  <a:lnTo>
                    <a:pt x="2054359" y="1308925"/>
                  </a:lnTo>
                  <a:cubicBezTo>
                    <a:pt x="2029669" y="1308925"/>
                    <a:pt x="2007224" y="1310195"/>
                    <a:pt x="1982534" y="1310195"/>
                  </a:cubicBezTo>
                  <a:cubicBezTo>
                    <a:pt x="1919687" y="1308925"/>
                    <a:pt x="1746858" y="1310195"/>
                    <a:pt x="1684011" y="1308925"/>
                  </a:cubicBezTo>
                  <a:cubicBezTo>
                    <a:pt x="1639120" y="1307655"/>
                    <a:pt x="741308" y="1316545"/>
                    <a:pt x="696417" y="1315275"/>
                  </a:cubicBezTo>
                  <a:cubicBezTo>
                    <a:pt x="685195" y="1315275"/>
                    <a:pt x="671728" y="1316545"/>
                    <a:pt x="660505" y="1316545"/>
                  </a:cubicBezTo>
                  <a:cubicBezTo>
                    <a:pt x="633571" y="1316545"/>
                    <a:pt x="608881" y="1317815"/>
                    <a:pt x="581946" y="1317815"/>
                  </a:cubicBezTo>
                  <a:cubicBezTo>
                    <a:pt x="514610" y="1317815"/>
                    <a:pt x="449519" y="1316545"/>
                    <a:pt x="382183" y="1315275"/>
                  </a:cubicBezTo>
                  <a:cubicBezTo>
                    <a:pt x="341782" y="1314005"/>
                    <a:pt x="301380" y="1312735"/>
                    <a:pt x="263223" y="1311465"/>
                  </a:cubicBezTo>
                  <a:cubicBezTo>
                    <a:pt x="191398" y="1310195"/>
                    <a:pt x="119573" y="1308925"/>
                    <a:pt x="45504" y="1308925"/>
                  </a:cubicBezTo>
                  <a:cubicBezTo>
                    <a:pt x="34505" y="1308925"/>
                    <a:pt x="25615" y="1308925"/>
                    <a:pt x="15455" y="1307655"/>
                  </a:cubicBezTo>
                  <a:cubicBezTo>
                    <a:pt x="6565" y="1306385"/>
                    <a:pt x="1485" y="1300035"/>
                    <a:pt x="4025" y="1291145"/>
                  </a:cubicBezTo>
                  <a:cubicBezTo>
                    <a:pt x="12915" y="1259564"/>
                    <a:pt x="9105" y="1235586"/>
                    <a:pt x="7835" y="1210649"/>
                  </a:cubicBezTo>
                  <a:cubicBezTo>
                    <a:pt x="6565" y="1159816"/>
                    <a:pt x="2755" y="1109942"/>
                    <a:pt x="4025" y="1059109"/>
                  </a:cubicBezTo>
                  <a:cubicBezTo>
                    <a:pt x="1485" y="995808"/>
                    <a:pt x="-3595" y="212214"/>
                    <a:pt x="4025" y="147954"/>
                  </a:cubicBezTo>
                  <a:cubicBezTo>
                    <a:pt x="5295" y="135485"/>
                    <a:pt x="4025" y="122058"/>
                    <a:pt x="5295" y="109589"/>
                  </a:cubicBezTo>
                  <a:cubicBezTo>
                    <a:pt x="6565" y="89448"/>
                    <a:pt x="9105" y="67388"/>
                    <a:pt x="10375" y="44450"/>
                  </a:cubicBezTo>
                  <a:cubicBezTo>
                    <a:pt x="10375" y="41910"/>
                    <a:pt x="11645" y="39370"/>
                    <a:pt x="12915" y="38100"/>
                  </a:cubicBezTo>
                  <a:cubicBezTo>
                    <a:pt x="34505" y="35560"/>
                    <a:pt x="63460" y="30480"/>
                    <a:pt x="99372" y="29210"/>
                  </a:cubicBezTo>
                  <a:cubicBezTo>
                    <a:pt x="159975" y="25400"/>
                    <a:pt x="220577" y="22860"/>
                    <a:pt x="283424" y="20320"/>
                  </a:cubicBezTo>
                  <a:cubicBezTo>
                    <a:pt x="326070" y="17780"/>
                    <a:pt x="368716" y="16510"/>
                    <a:pt x="409118" y="13970"/>
                  </a:cubicBezTo>
                  <a:cubicBezTo>
                    <a:pt x="449519" y="11430"/>
                    <a:pt x="492165" y="8890"/>
                    <a:pt x="532567" y="8890"/>
                  </a:cubicBezTo>
                  <a:cubicBezTo>
                    <a:pt x="577457" y="7620"/>
                    <a:pt x="622348" y="10160"/>
                    <a:pt x="667239" y="8890"/>
                  </a:cubicBezTo>
                  <a:cubicBezTo>
                    <a:pt x="723352" y="8890"/>
                    <a:pt x="1740124" y="6350"/>
                    <a:pt x="1796238" y="5080"/>
                  </a:cubicBezTo>
                  <a:cubicBezTo>
                    <a:pt x="1850106" y="3810"/>
                    <a:pt x="1903975" y="2540"/>
                    <a:pt x="1960088" y="2540"/>
                  </a:cubicBezTo>
                  <a:cubicBezTo>
                    <a:pt x="2052114" y="1270"/>
                    <a:pt x="2141895" y="0"/>
                    <a:pt x="2233921" y="0"/>
                  </a:cubicBezTo>
                  <a:cubicBezTo>
                    <a:pt x="2272078" y="0"/>
                    <a:pt x="2312479" y="2540"/>
                    <a:pt x="2350636" y="2540"/>
                  </a:cubicBezTo>
                  <a:cubicBezTo>
                    <a:pt x="2456130" y="3810"/>
                    <a:pt x="2563867" y="5080"/>
                    <a:pt x="2669360" y="7620"/>
                  </a:cubicBezTo>
                  <a:cubicBezTo>
                    <a:pt x="2725473" y="8890"/>
                    <a:pt x="2781587" y="12700"/>
                    <a:pt x="2837700" y="16510"/>
                  </a:cubicBezTo>
                  <a:lnTo>
                    <a:pt x="2873685" y="16510"/>
                  </a:lnTo>
                  <a:cubicBezTo>
                    <a:pt x="2885115" y="17780"/>
                    <a:pt x="2894005" y="20320"/>
                    <a:pt x="2904165" y="21590"/>
                  </a:cubicBezTo>
                  <a:close/>
                  <a:moveTo>
                    <a:pt x="2914325" y="1303845"/>
                  </a:moveTo>
                  <a:cubicBezTo>
                    <a:pt x="2915595" y="1287335"/>
                    <a:pt x="2916865" y="1274635"/>
                    <a:pt x="2916865" y="1261935"/>
                  </a:cubicBezTo>
                  <a:cubicBezTo>
                    <a:pt x="2915595" y="1206813"/>
                    <a:pt x="2914325" y="1155980"/>
                    <a:pt x="2914325" y="1101310"/>
                  </a:cubicBezTo>
                  <a:cubicBezTo>
                    <a:pt x="2914325" y="1076374"/>
                    <a:pt x="2916865" y="1051437"/>
                    <a:pt x="2915595" y="1026500"/>
                  </a:cubicBezTo>
                  <a:cubicBezTo>
                    <a:pt x="2915595" y="1003481"/>
                    <a:pt x="2914325" y="979503"/>
                    <a:pt x="2913055" y="956485"/>
                  </a:cubicBezTo>
                  <a:cubicBezTo>
                    <a:pt x="2907975" y="920997"/>
                    <a:pt x="2896545" y="186318"/>
                    <a:pt x="2896545" y="150831"/>
                  </a:cubicBezTo>
                  <a:cubicBezTo>
                    <a:pt x="2894005" y="121099"/>
                    <a:pt x="2891465" y="90407"/>
                    <a:pt x="2888925" y="60675"/>
                  </a:cubicBezTo>
                  <a:cubicBezTo>
                    <a:pt x="2887655" y="44450"/>
                    <a:pt x="2886385" y="43180"/>
                    <a:pt x="2869123" y="41910"/>
                  </a:cubicBezTo>
                  <a:cubicBezTo>
                    <a:pt x="2862390" y="41910"/>
                    <a:pt x="2857901" y="41910"/>
                    <a:pt x="2851167" y="40640"/>
                  </a:cubicBezTo>
                  <a:cubicBezTo>
                    <a:pt x="2795054" y="36830"/>
                    <a:pt x="2736696" y="31750"/>
                    <a:pt x="2680583" y="30480"/>
                  </a:cubicBezTo>
                  <a:cubicBezTo>
                    <a:pt x="2543666" y="26670"/>
                    <a:pt x="2404505" y="25400"/>
                    <a:pt x="2267589" y="22860"/>
                  </a:cubicBezTo>
                  <a:lnTo>
                    <a:pt x="2105983" y="22860"/>
                  </a:lnTo>
                  <a:cubicBezTo>
                    <a:pt x="2034158" y="22860"/>
                    <a:pt x="1962333" y="22860"/>
                    <a:pt x="1892752" y="24130"/>
                  </a:cubicBezTo>
                  <a:cubicBezTo>
                    <a:pt x="1832150" y="25400"/>
                    <a:pt x="810888" y="29210"/>
                    <a:pt x="750286" y="29210"/>
                  </a:cubicBezTo>
                  <a:cubicBezTo>
                    <a:pt x="651527" y="29210"/>
                    <a:pt x="552767" y="26670"/>
                    <a:pt x="454008" y="33020"/>
                  </a:cubicBezTo>
                  <a:cubicBezTo>
                    <a:pt x="402384" y="36830"/>
                    <a:pt x="353004" y="36830"/>
                    <a:pt x="303625" y="38100"/>
                  </a:cubicBezTo>
                  <a:cubicBezTo>
                    <a:pt x="218332" y="41910"/>
                    <a:pt x="133040" y="45720"/>
                    <a:pt x="47748" y="50800"/>
                  </a:cubicBezTo>
                  <a:cubicBezTo>
                    <a:pt x="33235" y="50800"/>
                    <a:pt x="30695" y="53002"/>
                    <a:pt x="29425" y="64511"/>
                  </a:cubicBezTo>
                  <a:cubicBezTo>
                    <a:pt x="28155" y="81775"/>
                    <a:pt x="28155" y="99039"/>
                    <a:pt x="26885" y="116303"/>
                  </a:cubicBezTo>
                  <a:cubicBezTo>
                    <a:pt x="25615" y="145076"/>
                    <a:pt x="23075" y="172891"/>
                    <a:pt x="21805" y="201664"/>
                  </a:cubicBezTo>
                  <a:cubicBezTo>
                    <a:pt x="16725" y="232356"/>
                    <a:pt x="23075" y="982381"/>
                    <a:pt x="25615" y="1013072"/>
                  </a:cubicBezTo>
                  <a:cubicBezTo>
                    <a:pt x="25615" y="1045682"/>
                    <a:pt x="25615" y="1079251"/>
                    <a:pt x="26885" y="1111861"/>
                  </a:cubicBezTo>
                  <a:cubicBezTo>
                    <a:pt x="26885" y="1135838"/>
                    <a:pt x="29425" y="1159816"/>
                    <a:pt x="29425" y="1183794"/>
                  </a:cubicBezTo>
                  <a:cubicBezTo>
                    <a:pt x="29425" y="1209690"/>
                    <a:pt x="29425" y="1235586"/>
                    <a:pt x="28155" y="1261935"/>
                  </a:cubicBezTo>
                  <a:lnTo>
                    <a:pt x="28155" y="1272095"/>
                  </a:lnTo>
                  <a:cubicBezTo>
                    <a:pt x="28155" y="1282255"/>
                    <a:pt x="31965" y="1286065"/>
                    <a:pt x="40855" y="1286065"/>
                  </a:cubicBezTo>
                  <a:cubicBezTo>
                    <a:pt x="67949" y="1286065"/>
                    <a:pt x="99372" y="1287335"/>
                    <a:pt x="128551" y="1287335"/>
                  </a:cubicBezTo>
                  <a:cubicBezTo>
                    <a:pt x="171197" y="1287335"/>
                    <a:pt x="216088" y="1284795"/>
                    <a:pt x="258734" y="1287335"/>
                  </a:cubicBezTo>
                  <a:cubicBezTo>
                    <a:pt x="328314" y="1291145"/>
                    <a:pt x="397895" y="1293685"/>
                    <a:pt x="467475" y="1292415"/>
                  </a:cubicBezTo>
                  <a:cubicBezTo>
                    <a:pt x="512366" y="1291145"/>
                    <a:pt x="555012" y="1293685"/>
                    <a:pt x="599903" y="1293685"/>
                  </a:cubicBezTo>
                  <a:cubicBezTo>
                    <a:pt x="664994" y="1293685"/>
                    <a:pt x="730085" y="1292415"/>
                    <a:pt x="795177" y="1293685"/>
                  </a:cubicBezTo>
                  <a:cubicBezTo>
                    <a:pt x="891692" y="1294955"/>
                    <a:pt x="1951110" y="1284795"/>
                    <a:pt x="2049870" y="1287335"/>
                  </a:cubicBezTo>
                  <a:cubicBezTo>
                    <a:pt x="2092516" y="1288605"/>
                    <a:pt x="2135162" y="1289875"/>
                    <a:pt x="2175563" y="1289875"/>
                  </a:cubicBezTo>
                  <a:cubicBezTo>
                    <a:pt x="2249633" y="1292415"/>
                    <a:pt x="2321458" y="1288605"/>
                    <a:pt x="2395527" y="1292415"/>
                  </a:cubicBezTo>
                  <a:cubicBezTo>
                    <a:pt x="2456130" y="1294955"/>
                    <a:pt x="2516732" y="1294955"/>
                    <a:pt x="2577334" y="1297495"/>
                  </a:cubicBezTo>
                  <a:cubicBezTo>
                    <a:pt x="2667116" y="1301305"/>
                    <a:pt x="2756897" y="1303845"/>
                    <a:pt x="2846678" y="1305115"/>
                  </a:cubicBezTo>
                  <a:cubicBezTo>
                    <a:pt x="2876225" y="1305115"/>
                    <a:pt x="2894005" y="1303845"/>
                    <a:pt x="2914325" y="1303845"/>
                  </a:cubicBezTo>
                  <a:close/>
                </a:path>
              </a:pathLst>
            </a:custGeom>
            <a:solidFill>
              <a:srgbClr val="2A2B39"/>
            </a:solid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17" name="Group 11">
            <a:extLst>
              <a:ext uri="{FF2B5EF4-FFF2-40B4-BE49-F238E27FC236}">
                <a16:creationId xmlns:a16="http://schemas.microsoft.com/office/drawing/2014/main" id="{F264CF32-1C3E-F2AA-15F8-B27705CB13CF}"/>
              </a:ext>
            </a:extLst>
          </p:cNvPr>
          <p:cNvGrpSpPr/>
          <p:nvPr/>
        </p:nvGrpSpPr>
        <p:grpSpPr>
          <a:xfrm>
            <a:off x="8733985" y="4609508"/>
            <a:ext cx="2719276" cy="999061"/>
            <a:chOff x="-28406" y="-31253"/>
            <a:chExt cx="3002206" cy="1380113"/>
          </a:xfrm>
        </p:grpSpPr>
        <p:sp>
          <p:nvSpPr>
            <p:cNvPr id="18" name="Freeform 12">
              <a:extLst>
                <a:ext uri="{FF2B5EF4-FFF2-40B4-BE49-F238E27FC236}">
                  <a16:creationId xmlns:a16="http://schemas.microsoft.com/office/drawing/2014/main" id="{49E209B1-0FD9-1AFA-C803-A5FE8B7135AB}"/>
                </a:ext>
              </a:extLst>
            </p:cNvPr>
            <p:cNvSpPr/>
            <p:nvPr/>
          </p:nvSpPr>
          <p:spPr>
            <a:xfrm>
              <a:off x="40018" y="45156"/>
              <a:ext cx="2933782" cy="1303704"/>
            </a:xfrm>
            <a:custGeom>
              <a:avLst/>
              <a:gdLst/>
              <a:ahLst/>
              <a:cxnLst/>
              <a:rect l="l" t="t" r="r" b="b"/>
              <a:pathLst>
                <a:path w="2933782" h="1303704">
                  <a:moveTo>
                    <a:pt x="622" y="1273929"/>
                  </a:moveTo>
                  <a:cubicBezTo>
                    <a:pt x="-1918" y="1282819"/>
                    <a:pt x="3162" y="1289169"/>
                    <a:pt x="18738" y="1290439"/>
                  </a:cubicBezTo>
                  <a:cubicBezTo>
                    <a:pt x="36694" y="1291709"/>
                    <a:pt x="52406" y="1291709"/>
                    <a:pt x="70362" y="1291709"/>
                  </a:cubicBezTo>
                  <a:cubicBezTo>
                    <a:pt x="142187" y="1292979"/>
                    <a:pt x="214012" y="1292979"/>
                    <a:pt x="288081" y="1294249"/>
                  </a:cubicBezTo>
                  <a:cubicBezTo>
                    <a:pt x="328483" y="1295519"/>
                    <a:pt x="368884" y="1296789"/>
                    <a:pt x="407042" y="1298059"/>
                  </a:cubicBezTo>
                  <a:cubicBezTo>
                    <a:pt x="474377" y="1299329"/>
                    <a:pt x="539469" y="1299329"/>
                    <a:pt x="606805" y="1300599"/>
                  </a:cubicBezTo>
                  <a:cubicBezTo>
                    <a:pt x="633739" y="1300599"/>
                    <a:pt x="658429" y="1300599"/>
                    <a:pt x="685363" y="1299329"/>
                  </a:cubicBezTo>
                  <a:cubicBezTo>
                    <a:pt x="696586" y="1299329"/>
                    <a:pt x="710053" y="1298059"/>
                    <a:pt x="721276" y="1298059"/>
                  </a:cubicBezTo>
                  <a:cubicBezTo>
                    <a:pt x="766166" y="1299329"/>
                    <a:pt x="1663979" y="1290439"/>
                    <a:pt x="1708869" y="1291709"/>
                  </a:cubicBezTo>
                  <a:cubicBezTo>
                    <a:pt x="1771716" y="1292979"/>
                    <a:pt x="1944545" y="1292979"/>
                    <a:pt x="2007392" y="1292979"/>
                  </a:cubicBezTo>
                  <a:cubicBezTo>
                    <a:pt x="2032082" y="1292979"/>
                    <a:pt x="2054527" y="1291709"/>
                    <a:pt x="2079217" y="1291709"/>
                  </a:cubicBezTo>
                  <a:lnTo>
                    <a:pt x="2200422" y="1295519"/>
                  </a:lnTo>
                  <a:cubicBezTo>
                    <a:pt x="2287958" y="1298059"/>
                    <a:pt x="2373250" y="1295519"/>
                    <a:pt x="2460787" y="1299329"/>
                  </a:cubicBezTo>
                  <a:cubicBezTo>
                    <a:pt x="2606682" y="1304409"/>
                    <a:pt x="2754821" y="1298059"/>
                    <a:pt x="2870282" y="1303139"/>
                  </a:cubicBezTo>
                  <a:cubicBezTo>
                    <a:pt x="2890602" y="1304409"/>
                    <a:pt x="2910922" y="1303139"/>
                    <a:pt x="2933782" y="1303139"/>
                  </a:cubicBezTo>
                  <a:lnTo>
                    <a:pt x="2933782" y="1243449"/>
                  </a:lnTo>
                  <a:cubicBezTo>
                    <a:pt x="2932512" y="1187553"/>
                    <a:pt x="2931242" y="1141515"/>
                    <a:pt x="2931242" y="1092601"/>
                  </a:cubicBezTo>
                  <a:cubicBezTo>
                    <a:pt x="2931242" y="1036013"/>
                    <a:pt x="2935052" y="978466"/>
                    <a:pt x="2928702" y="921879"/>
                  </a:cubicBezTo>
                  <a:cubicBezTo>
                    <a:pt x="2921082" y="884473"/>
                    <a:pt x="2909652" y="146917"/>
                    <a:pt x="2909652" y="109512"/>
                  </a:cubicBezTo>
                  <a:cubicBezTo>
                    <a:pt x="2907112" y="83616"/>
                    <a:pt x="2905842" y="56760"/>
                    <a:pt x="2903302" y="30864"/>
                  </a:cubicBezTo>
                  <a:cubicBezTo>
                    <a:pt x="2903302" y="23191"/>
                    <a:pt x="2902032" y="15519"/>
                    <a:pt x="2900762" y="5644"/>
                  </a:cubicBezTo>
                  <a:cubicBezTo>
                    <a:pt x="2890602" y="3104"/>
                    <a:pt x="2881712" y="1834"/>
                    <a:pt x="2871552" y="564"/>
                  </a:cubicBezTo>
                  <a:cubicBezTo>
                    <a:pt x="2863932" y="-706"/>
                    <a:pt x="2856312" y="564"/>
                    <a:pt x="2849962" y="564"/>
                  </a:cubicBezTo>
                  <a:lnTo>
                    <a:pt x="7515" y="5644"/>
                  </a:lnTo>
                  <a:lnTo>
                    <a:pt x="622" y="1273929"/>
                  </a:lnTo>
                  <a:close/>
                </a:path>
              </a:pathLst>
            </a:custGeom>
            <a:solidFill>
              <a:srgbClr val="AABCEE"/>
            </a:solidFill>
          </p:spPr>
          <p:txBody>
            <a:bodyPr/>
            <a:lstStyle/>
            <a:p>
              <a:endParaRPr lang="en-AU"/>
            </a:p>
          </p:txBody>
        </p:sp>
        <p:sp>
          <p:nvSpPr>
            <p:cNvPr id="19" name="Freeform 13">
              <a:extLst>
                <a:ext uri="{FF2B5EF4-FFF2-40B4-BE49-F238E27FC236}">
                  <a16:creationId xmlns:a16="http://schemas.microsoft.com/office/drawing/2014/main" id="{864E2537-F0CC-FC55-2FFC-18D176F3F4D2}"/>
                </a:ext>
              </a:extLst>
            </p:cNvPr>
            <p:cNvSpPr/>
            <p:nvPr/>
          </p:nvSpPr>
          <p:spPr>
            <a:xfrm>
              <a:off x="11430" y="16510"/>
              <a:ext cx="2912840" cy="1294955"/>
            </a:xfrm>
            <a:custGeom>
              <a:avLst/>
              <a:gdLst/>
              <a:ahLst/>
              <a:cxnLst/>
              <a:rect l="l" t="t" r="r" b="b"/>
              <a:pathLst>
                <a:path w="2912840" h="1294955">
                  <a:moveTo>
                    <a:pt x="2912840" y="1294955"/>
                  </a:moveTo>
                  <a:lnTo>
                    <a:pt x="0" y="1287335"/>
                  </a:lnTo>
                  <a:lnTo>
                    <a:pt x="0" y="460419"/>
                  </a:lnTo>
                  <a:lnTo>
                    <a:pt x="7620" y="20320"/>
                  </a:lnTo>
                  <a:lnTo>
                    <a:pt x="1456891" y="0"/>
                  </a:lnTo>
                  <a:lnTo>
                    <a:pt x="2891250" y="8890"/>
                  </a:lnTo>
                  <a:close/>
                </a:path>
              </a:pathLst>
            </a:custGeom>
            <a:solidFill>
              <a:srgbClr val="F8F8F8"/>
            </a:solidFill>
          </p:spPr>
          <p:txBody>
            <a:bodyPr/>
            <a:lstStyle/>
            <a:p>
              <a:endParaRPr lang="en-AU" dirty="0"/>
            </a:p>
          </p:txBody>
        </p:sp>
        <p:sp>
          <p:nvSpPr>
            <p:cNvPr id="20" name="Freeform 14">
              <a:extLst>
                <a:ext uri="{FF2B5EF4-FFF2-40B4-BE49-F238E27FC236}">
                  <a16:creationId xmlns:a16="http://schemas.microsoft.com/office/drawing/2014/main" id="{F2047B0A-C46A-CB15-1AF4-DA3F7812B28E}"/>
                </a:ext>
              </a:extLst>
            </p:cNvPr>
            <p:cNvSpPr/>
            <p:nvPr/>
          </p:nvSpPr>
          <p:spPr>
            <a:xfrm>
              <a:off x="-28406" y="-31253"/>
              <a:ext cx="2937184" cy="1320919"/>
            </a:xfrm>
            <a:custGeom>
              <a:avLst/>
              <a:gdLst/>
              <a:ahLst/>
              <a:cxnLst/>
              <a:rect l="l" t="t" r="r" b="b"/>
              <a:pathLst>
                <a:path w="2937184" h="1320919">
                  <a:moveTo>
                    <a:pt x="2904165" y="21590"/>
                  </a:moveTo>
                  <a:cubicBezTo>
                    <a:pt x="2905435" y="34290"/>
                    <a:pt x="2905435" y="44450"/>
                    <a:pt x="2906705" y="53961"/>
                  </a:cubicBezTo>
                  <a:cubicBezTo>
                    <a:pt x="2909245" y="79857"/>
                    <a:pt x="2910515" y="106712"/>
                    <a:pt x="2913055" y="132608"/>
                  </a:cubicBezTo>
                  <a:cubicBezTo>
                    <a:pt x="2913055" y="170013"/>
                    <a:pt x="2925755" y="907570"/>
                    <a:pt x="2932105" y="944975"/>
                  </a:cubicBezTo>
                  <a:cubicBezTo>
                    <a:pt x="2938455" y="1001563"/>
                    <a:pt x="2934645" y="1059109"/>
                    <a:pt x="2934645" y="1115697"/>
                  </a:cubicBezTo>
                  <a:cubicBezTo>
                    <a:pt x="2934645" y="1165571"/>
                    <a:pt x="2935915" y="1211608"/>
                    <a:pt x="2937185" y="1260665"/>
                  </a:cubicBezTo>
                  <a:lnTo>
                    <a:pt x="2937185" y="1320355"/>
                  </a:lnTo>
                  <a:cubicBezTo>
                    <a:pt x="2914325" y="1320355"/>
                    <a:pt x="2894005" y="1321625"/>
                    <a:pt x="2873685" y="1320355"/>
                  </a:cubicBezTo>
                  <a:cubicBezTo>
                    <a:pt x="2729962" y="1315275"/>
                    <a:pt x="2581823" y="1321625"/>
                    <a:pt x="2435929" y="1316545"/>
                  </a:cubicBezTo>
                  <a:cubicBezTo>
                    <a:pt x="2348392" y="1312735"/>
                    <a:pt x="2263100" y="1315275"/>
                    <a:pt x="2175563" y="1312735"/>
                  </a:cubicBezTo>
                  <a:lnTo>
                    <a:pt x="2054359" y="1308925"/>
                  </a:lnTo>
                  <a:cubicBezTo>
                    <a:pt x="2029669" y="1308925"/>
                    <a:pt x="2007224" y="1310195"/>
                    <a:pt x="1982534" y="1310195"/>
                  </a:cubicBezTo>
                  <a:cubicBezTo>
                    <a:pt x="1919687" y="1308925"/>
                    <a:pt x="1746858" y="1310195"/>
                    <a:pt x="1684011" y="1308925"/>
                  </a:cubicBezTo>
                  <a:cubicBezTo>
                    <a:pt x="1639120" y="1307655"/>
                    <a:pt x="741308" y="1316545"/>
                    <a:pt x="696417" y="1315275"/>
                  </a:cubicBezTo>
                  <a:cubicBezTo>
                    <a:pt x="685195" y="1315275"/>
                    <a:pt x="671728" y="1316545"/>
                    <a:pt x="660505" y="1316545"/>
                  </a:cubicBezTo>
                  <a:cubicBezTo>
                    <a:pt x="633571" y="1316545"/>
                    <a:pt x="608881" y="1317815"/>
                    <a:pt x="581946" y="1317815"/>
                  </a:cubicBezTo>
                  <a:cubicBezTo>
                    <a:pt x="514610" y="1317815"/>
                    <a:pt x="449519" y="1316545"/>
                    <a:pt x="382183" y="1315275"/>
                  </a:cubicBezTo>
                  <a:cubicBezTo>
                    <a:pt x="341782" y="1314005"/>
                    <a:pt x="301380" y="1312735"/>
                    <a:pt x="263223" y="1311465"/>
                  </a:cubicBezTo>
                  <a:cubicBezTo>
                    <a:pt x="191398" y="1310195"/>
                    <a:pt x="119573" y="1308925"/>
                    <a:pt x="45504" y="1308925"/>
                  </a:cubicBezTo>
                  <a:cubicBezTo>
                    <a:pt x="34505" y="1308925"/>
                    <a:pt x="25615" y="1308925"/>
                    <a:pt x="15455" y="1307655"/>
                  </a:cubicBezTo>
                  <a:cubicBezTo>
                    <a:pt x="6565" y="1306385"/>
                    <a:pt x="1485" y="1300035"/>
                    <a:pt x="4025" y="1291145"/>
                  </a:cubicBezTo>
                  <a:cubicBezTo>
                    <a:pt x="12915" y="1259564"/>
                    <a:pt x="9105" y="1235586"/>
                    <a:pt x="7835" y="1210649"/>
                  </a:cubicBezTo>
                  <a:cubicBezTo>
                    <a:pt x="6565" y="1159816"/>
                    <a:pt x="2755" y="1109942"/>
                    <a:pt x="4025" y="1059109"/>
                  </a:cubicBezTo>
                  <a:cubicBezTo>
                    <a:pt x="1485" y="995808"/>
                    <a:pt x="-3595" y="212214"/>
                    <a:pt x="4025" y="147954"/>
                  </a:cubicBezTo>
                  <a:cubicBezTo>
                    <a:pt x="5295" y="135485"/>
                    <a:pt x="4025" y="122058"/>
                    <a:pt x="5295" y="109589"/>
                  </a:cubicBezTo>
                  <a:cubicBezTo>
                    <a:pt x="6565" y="89448"/>
                    <a:pt x="9105" y="67388"/>
                    <a:pt x="10375" y="44450"/>
                  </a:cubicBezTo>
                  <a:cubicBezTo>
                    <a:pt x="10375" y="41910"/>
                    <a:pt x="11645" y="39370"/>
                    <a:pt x="12915" y="38100"/>
                  </a:cubicBezTo>
                  <a:cubicBezTo>
                    <a:pt x="34505" y="35560"/>
                    <a:pt x="63460" y="30480"/>
                    <a:pt x="99372" y="29210"/>
                  </a:cubicBezTo>
                  <a:cubicBezTo>
                    <a:pt x="159975" y="25400"/>
                    <a:pt x="220577" y="22860"/>
                    <a:pt x="283424" y="20320"/>
                  </a:cubicBezTo>
                  <a:cubicBezTo>
                    <a:pt x="326070" y="17780"/>
                    <a:pt x="368716" y="16510"/>
                    <a:pt x="409118" y="13970"/>
                  </a:cubicBezTo>
                  <a:cubicBezTo>
                    <a:pt x="449519" y="11430"/>
                    <a:pt x="492165" y="8890"/>
                    <a:pt x="532567" y="8890"/>
                  </a:cubicBezTo>
                  <a:cubicBezTo>
                    <a:pt x="577457" y="7620"/>
                    <a:pt x="622348" y="10160"/>
                    <a:pt x="667239" y="8890"/>
                  </a:cubicBezTo>
                  <a:cubicBezTo>
                    <a:pt x="723352" y="8890"/>
                    <a:pt x="1740124" y="6350"/>
                    <a:pt x="1796238" y="5080"/>
                  </a:cubicBezTo>
                  <a:cubicBezTo>
                    <a:pt x="1850106" y="3810"/>
                    <a:pt x="1903975" y="2540"/>
                    <a:pt x="1960088" y="2540"/>
                  </a:cubicBezTo>
                  <a:cubicBezTo>
                    <a:pt x="2052114" y="1270"/>
                    <a:pt x="2141895" y="0"/>
                    <a:pt x="2233921" y="0"/>
                  </a:cubicBezTo>
                  <a:cubicBezTo>
                    <a:pt x="2272078" y="0"/>
                    <a:pt x="2312479" y="2540"/>
                    <a:pt x="2350636" y="2540"/>
                  </a:cubicBezTo>
                  <a:cubicBezTo>
                    <a:pt x="2456130" y="3810"/>
                    <a:pt x="2563867" y="5080"/>
                    <a:pt x="2669360" y="7620"/>
                  </a:cubicBezTo>
                  <a:cubicBezTo>
                    <a:pt x="2725473" y="8890"/>
                    <a:pt x="2781587" y="12700"/>
                    <a:pt x="2837700" y="16510"/>
                  </a:cubicBezTo>
                  <a:lnTo>
                    <a:pt x="2873685" y="16510"/>
                  </a:lnTo>
                  <a:cubicBezTo>
                    <a:pt x="2885115" y="17780"/>
                    <a:pt x="2894005" y="20320"/>
                    <a:pt x="2904165" y="21590"/>
                  </a:cubicBezTo>
                  <a:close/>
                  <a:moveTo>
                    <a:pt x="2914325" y="1303845"/>
                  </a:moveTo>
                  <a:cubicBezTo>
                    <a:pt x="2915595" y="1287335"/>
                    <a:pt x="2916865" y="1274635"/>
                    <a:pt x="2916865" y="1261935"/>
                  </a:cubicBezTo>
                  <a:cubicBezTo>
                    <a:pt x="2915595" y="1206813"/>
                    <a:pt x="2914325" y="1155980"/>
                    <a:pt x="2914325" y="1101310"/>
                  </a:cubicBezTo>
                  <a:cubicBezTo>
                    <a:pt x="2914325" y="1076374"/>
                    <a:pt x="2916865" y="1051437"/>
                    <a:pt x="2915595" y="1026500"/>
                  </a:cubicBezTo>
                  <a:cubicBezTo>
                    <a:pt x="2915595" y="1003481"/>
                    <a:pt x="2914325" y="979503"/>
                    <a:pt x="2913055" y="956485"/>
                  </a:cubicBezTo>
                  <a:cubicBezTo>
                    <a:pt x="2907975" y="920997"/>
                    <a:pt x="2896545" y="186318"/>
                    <a:pt x="2896545" y="150831"/>
                  </a:cubicBezTo>
                  <a:cubicBezTo>
                    <a:pt x="2894005" y="121099"/>
                    <a:pt x="2891465" y="90407"/>
                    <a:pt x="2888925" y="60675"/>
                  </a:cubicBezTo>
                  <a:cubicBezTo>
                    <a:pt x="2887655" y="44450"/>
                    <a:pt x="2886385" y="43180"/>
                    <a:pt x="2869123" y="41910"/>
                  </a:cubicBezTo>
                  <a:cubicBezTo>
                    <a:pt x="2862390" y="41910"/>
                    <a:pt x="2857901" y="41910"/>
                    <a:pt x="2851167" y="40640"/>
                  </a:cubicBezTo>
                  <a:cubicBezTo>
                    <a:pt x="2795054" y="36830"/>
                    <a:pt x="2736696" y="31750"/>
                    <a:pt x="2680583" y="30480"/>
                  </a:cubicBezTo>
                  <a:cubicBezTo>
                    <a:pt x="2543666" y="26670"/>
                    <a:pt x="2404505" y="25400"/>
                    <a:pt x="2267589" y="22860"/>
                  </a:cubicBezTo>
                  <a:lnTo>
                    <a:pt x="2105983" y="22860"/>
                  </a:lnTo>
                  <a:cubicBezTo>
                    <a:pt x="2034158" y="22860"/>
                    <a:pt x="1962333" y="22860"/>
                    <a:pt x="1892752" y="24130"/>
                  </a:cubicBezTo>
                  <a:cubicBezTo>
                    <a:pt x="1832150" y="25400"/>
                    <a:pt x="810888" y="29210"/>
                    <a:pt x="750286" y="29210"/>
                  </a:cubicBezTo>
                  <a:cubicBezTo>
                    <a:pt x="651527" y="29210"/>
                    <a:pt x="552767" y="26670"/>
                    <a:pt x="454008" y="33020"/>
                  </a:cubicBezTo>
                  <a:cubicBezTo>
                    <a:pt x="402384" y="36830"/>
                    <a:pt x="353004" y="36830"/>
                    <a:pt x="303625" y="38100"/>
                  </a:cubicBezTo>
                  <a:cubicBezTo>
                    <a:pt x="218332" y="41910"/>
                    <a:pt x="133040" y="45720"/>
                    <a:pt x="47748" y="50800"/>
                  </a:cubicBezTo>
                  <a:cubicBezTo>
                    <a:pt x="33235" y="50800"/>
                    <a:pt x="30695" y="53002"/>
                    <a:pt x="29425" y="64511"/>
                  </a:cubicBezTo>
                  <a:cubicBezTo>
                    <a:pt x="28155" y="81775"/>
                    <a:pt x="28155" y="99039"/>
                    <a:pt x="26885" y="116303"/>
                  </a:cubicBezTo>
                  <a:cubicBezTo>
                    <a:pt x="25615" y="145076"/>
                    <a:pt x="23075" y="172891"/>
                    <a:pt x="21805" y="201664"/>
                  </a:cubicBezTo>
                  <a:cubicBezTo>
                    <a:pt x="16725" y="232356"/>
                    <a:pt x="23075" y="982381"/>
                    <a:pt x="25615" y="1013072"/>
                  </a:cubicBezTo>
                  <a:cubicBezTo>
                    <a:pt x="25615" y="1045682"/>
                    <a:pt x="25615" y="1079251"/>
                    <a:pt x="26885" y="1111861"/>
                  </a:cubicBezTo>
                  <a:cubicBezTo>
                    <a:pt x="26885" y="1135838"/>
                    <a:pt x="29425" y="1159816"/>
                    <a:pt x="29425" y="1183794"/>
                  </a:cubicBezTo>
                  <a:cubicBezTo>
                    <a:pt x="29425" y="1209690"/>
                    <a:pt x="29425" y="1235586"/>
                    <a:pt x="28155" y="1261935"/>
                  </a:cubicBezTo>
                  <a:lnTo>
                    <a:pt x="28155" y="1272095"/>
                  </a:lnTo>
                  <a:cubicBezTo>
                    <a:pt x="28155" y="1282255"/>
                    <a:pt x="31965" y="1286065"/>
                    <a:pt x="40855" y="1286065"/>
                  </a:cubicBezTo>
                  <a:cubicBezTo>
                    <a:pt x="67949" y="1286065"/>
                    <a:pt x="99372" y="1287335"/>
                    <a:pt x="128551" y="1287335"/>
                  </a:cubicBezTo>
                  <a:cubicBezTo>
                    <a:pt x="171197" y="1287335"/>
                    <a:pt x="216088" y="1284795"/>
                    <a:pt x="258734" y="1287335"/>
                  </a:cubicBezTo>
                  <a:cubicBezTo>
                    <a:pt x="328314" y="1291145"/>
                    <a:pt x="397895" y="1293685"/>
                    <a:pt x="467475" y="1292415"/>
                  </a:cubicBezTo>
                  <a:cubicBezTo>
                    <a:pt x="512366" y="1291145"/>
                    <a:pt x="555012" y="1293685"/>
                    <a:pt x="599903" y="1293685"/>
                  </a:cubicBezTo>
                  <a:cubicBezTo>
                    <a:pt x="664994" y="1293685"/>
                    <a:pt x="730085" y="1292415"/>
                    <a:pt x="795177" y="1293685"/>
                  </a:cubicBezTo>
                  <a:cubicBezTo>
                    <a:pt x="891692" y="1294955"/>
                    <a:pt x="1951110" y="1284795"/>
                    <a:pt x="2049870" y="1287335"/>
                  </a:cubicBezTo>
                  <a:cubicBezTo>
                    <a:pt x="2092516" y="1288605"/>
                    <a:pt x="2135162" y="1289875"/>
                    <a:pt x="2175563" y="1289875"/>
                  </a:cubicBezTo>
                  <a:cubicBezTo>
                    <a:pt x="2249633" y="1292415"/>
                    <a:pt x="2321458" y="1288605"/>
                    <a:pt x="2395527" y="1292415"/>
                  </a:cubicBezTo>
                  <a:cubicBezTo>
                    <a:pt x="2456130" y="1294955"/>
                    <a:pt x="2516732" y="1294955"/>
                    <a:pt x="2577334" y="1297495"/>
                  </a:cubicBezTo>
                  <a:cubicBezTo>
                    <a:pt x="2667116" y="1301305"/>
                    <a:pt x="2756897" y="1303845"/>
                    <a:pt x="2846678" y="1305115"/>
                  </a:cubicBezTo>
                  <a:cubicBezTo>
                    <a:pt x="2876225" y="1305115"/>
                    <a:pt x="2894005" y="1303845"/>
                    <a:pt x="2914325" y="1303845"/>
                  </a:cubicBezTo>
                  <a:close/>
                </a:path>
              </a:pathLst>
            </a:custGeom>
            <a:solidFill>
              <a:srgbClr val="2A2B39"/>
            </a:solidFill>
          </p:spPr>
          <p:txBody>
            <a:bodyPr/>
            <a:lstStyle/>
            <a:p>
              <a:endParaRPr lang="en-AU" dirty="0"/>
            </a:p>
          </p:txBody>
        </p:sp>
      </p:grpSp>
      <p:sp>
        <p:nvSpPr>
          <p:cNvPr id="25" name="Freeform 19">
            <a:extLst>
              <a:ext uri="{FF2B5EF4-FFF2-40B4-BE49-F238E27FC236}">
                <a16:creationId xmlns:a16="http://schemas.microsoft.com/office/drawing/2014/main" id="{5901DF94-8400-D40D-EC48-38E173B14CB3}"/>
              </a:ext>
            </a:extLst>
          </p:cNvPr>
          <p:cNvSpPr/>
          <p:nvPr/>
        </p:nvSpPr>
        <p:spPr>
          <a:xfrm>
            <a:off x="3510519" y="2175078"/>
            <a:ext cx="283993" cy="2115845"/>
          </a:xfrm>
          <a:custGeom>
            <a:avLst/>
            <a:gdLst/>
            <a:ahLst/>
            <a:cxnLst/>
            <a:rect l="l" t="t" r="r" b="b"/>
            <a:pathLst>
              <a:path w="469493" h="4376632">
                <a:moveTo>
                  <a:pt x="0" y="0"/>
                </a:moveTo>
                <a:lnTo>
                  <a:pt x="469493" y="0"/>
                </a:lnTo>
                <a:lnTo>
                  <a:pt x="469493" y="4376632"/>
                </a:lnTo>
                <a:lnTo>
                  <a:pt x="0" y="437663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AU"/>
          </a:p>
        </p:txBody>
      </p:sp>
      <p:sp>
        <p:nvSpPr>
          <p:cNvPr id="26" name="Freeform 20">
            <a:extLst>
              <a:ext uri="{FF2B5EF4-FFF2-40B4-BE49-F238E27FC236}">
                <a16:creationId xmlns:a16="http://schemas.microsoft.com/office/drawing/2014/main" id="{8ADF45AB-6201-FB87-D14A-C272674DDCDD}"/>
              </a:ext>
            </a:extLst>
          </p:cNvPr>
          <p:cNvSpPr/>
          <p:nvPr/>
        </p:nvSpPr>
        <p:spPr>
          <a:xfrm rot="5400000">
            <a:off x="7811224" y="1677233"/>
            <a:ext cx="271669" cy="232546"/>
          </a:xfrm>
          <a:custGeom>
            <a:avLst/>
            <a:gdLst/>
            <a:ahLst/>
            <a:cxnLst/>
            <a:rect l="l" t="t" r="r" b="b"/>
            <a:pathLst>
              <a:path w="561952" h="384441">
                <a:moveTo>
                  <a:pt x="0" y="0"/>
                </a:moveTo>
                <a:lnTo>
                  <a:pt x="561952" y="0"/>
                </a:lnTo>
                <a:lnTo>
                  <a:pt x="561952" y="384441"/>
                </a:lnTo>
                <a:lnTo>
                  <a:pt x="0" y="38444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86634" t="-221819" r="-86704"/>
            </a:stretch>
          </a:blipFill>
        </p:spPr>
        <p:txBody>
          <a:bodyPr/>
          <a:lstStyle/>
          <a:p>
            <a:endParaRPr lang="en-AU"/>
          </a:p>
        </p:txBody>
      </p:sp>
      <p:sp>
        <p:nvSpPr>
          <p:cNvPr id="27" name="Freeform 21">
            <a:extLst>
              <a:ext uri="{FF2B5EF4-FFF2-40B4-BE49-F238E27FC236}">
                <a16:creationId xmlns:a16="http://schemas.microsoft.com/office/drawing/2014/main" id="{24260A88-D69E-1C85-FF78-EA8E1EB6A8AA}"/>
              </a:ext>
            </a:extLst>
          </p:cNvPr>
          <p:cNvSpPr/>
          <p:nvPr/>
        </p:nvSpPr>
        <p:spPr>
          <a:xfrm rot="5400000">
            <a:off x="7811224" y="3298257"/>
            <a:ext cx="271669" cy="232546"/>
          </a:xfrm>
          <a:custGeom>
            <a:avLst/>
            <a:gdLst/>
            <a:ahLst/>
            <a:cxnLst/>
            <a:rect l="l" t="t" r="r" b="b"/>
            <a:pathLst>
              <a:path w="561952" h="384441">
                <a:moveTo>
                  <a:pt x="0" y="0"/>
                </a:moveTo>
                <a:lnTo>
                  <a:pt x="561952" y="0"/>
                </a:lnTo>
                <a:lnTo>
                  <a:pt x="561952" y="384441"/>
                </a:lnTo>
                <a:lnTo>
                  <a:pt x="0" y="38444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86634" t="-221819" r="-86704"/>
            </a:stretch>
          </a:blipFill>
        </p:spPr>
        <p:txBody>
          <a:bodyPr/>
          <a:lstStyle/>
          <a:p>
            <a:endParaRPr lang="en-AU"/>
          </a:p>
        </p:txBody>
      </p:sp>
      <p:sp>
        <p:nvSpPr>
          <p:cNvPr id="28" name="Freeform 22">
            <a:extLst>
              <a:ext uri="{FF2B5EF4-FFF2-40B4-BE49-F238E27FC236}">
                <a16:creationId xmlns:a16="http://schemas.microsoft.com/office/drawing/2014/main" id="{9D4F2F83-EB4F-B520-FDAD-40BE679A8109}"/>
              </a:ext>
            </a:extLst>
          </p:cNvPr>
          <p:cNvSpPr/>
          <p:nvPr/>
        </p:nvSpPr>
        <p:spPr>
          <a:xfrm rot="5400000">
            <a:off x="7811223" y="5263528"/>
            <a:ext cx="271669" cy="232546"/>
          </a:xfrm>
          <a:custGeom>
            <a:avLst/>
            <a:gdLst/>
            <a:ahLst/>
            <a:cxnLst/>
            <a:rect l="l" t="t" r="r" b="b"/>
            <a:pathLst>
              <a:path w="561952" h="384441">
                <a:moveTo>
                  <a:pt x="0" y="0"/>
                </a:moveTo>
                <a:lnTo>
                  <a:pt x="561952" y="0"/>
                </a:lnTo>
                <a:lnTo>
                  <a:pt x="561952" y="384441"/>
                </a:lnTo>
                <a:lnTo>
                  <a:pt x="0" y="38444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86634" t="-221819" r="-86704"/>
            </a:stretch>
          </a:blipFill>
        </p:spPr>
        <p:txBody>
          <a:bodyPr/>
          <a:lstStyle/>
          <a:p>
            <a:endParaRPr lang="en-AU"/>
          </a:p>
        </p:txBody>
      </p:sp>
      <p:grpSp>
        <p:nvGrpSpPr>
          <p:cNvPr id="30" name="Group 24">
            <a:extLst>
              <a:ext uri="{FF2B5EF4-FFF2-40B4-BE49-F238E27FC236}">
                <a16:creationId xmlns:a16="http://schemas.microsoft.com/office/drawing/2014/main" id="{4B80DBCC-F8B5-4C61-92D3-DDF7102B98EE}"/>
              </a:ext>
            </a:extLst>
          </p:cNvPr>
          <p:cNvGrpSpPr/>
          <p:nvPr/>
        </p:nvGrpSpPr>
        <p:grpSpPr>
          <a:xfrm>
            <a:off x="4253776" y="1200513"/>
            <a:ext cx="2785612" cy="375205"/>
            <a:chOff x="0" y="0"/>
            <a:chExt cx="3153491" cy="549299"/>
          </a:xfrm>
        </p:grpSpPr>
        <p:sp>
          <p:nvSpPr>
            <p:cNvPr id="31" name="Freeform 25">
              <a:extLst>
                <a:ext uri="{FF2B5EF4-FFF2-40B4-BE49-F238E27FC236}">
                  <a16:creationId xmlns:a16="http://schemas.microsoft.com/office/drawing/2014/main" id="{11F8CFF8-C51E-7F86-FCA7-D69FF7BE5343}"/>
                </a:ext>
              </a:extLst>
            </p:cNvPr>
            <p:cNvSpPr/>
            <p:nvPr/>
          </p:nvSpPr>
          <p:spPr>
            <a:xfrm>
              <a:off x="40022" y="45156"/>
              <a:ext cx="3113470" cy="503437"/>
            </a:xfrm>
            <a:custGeom>
              <a:avLst/>
              <a:gdLst/>
              <a:ahLst/>
              <a:cxnLst/>
              <a:rect l="l" t="t" r="r" b="b"/>
              <a:pathLst>
                <a:path w="3113470" h="503437">
                  <a:moveTo>
                    <a:pt x="618" y="473663"/>
                  </a:moveTo>
                  <a:cubicBezTo>
                    <a:pt x="-1922" y="482552"/>
                    <a:pt x="3158" y="488902"/>
                    <a:pt x="19712" y="490173"/>
                  </a:cubicBezTo>
                  <a:cubicBezTo>
                    <a:pt x="38810" y="491442"/>
                    <a:pt x="55520" y="491442"/>
                    <a:pt x="74618" y="491442"/>
                  </a:cubicBezTo>
                  <a:cubicBezTo>
                    <a:pt x="151008" y="492713"/>
                    <a:pt x="227397" y="492713"/>
                    <a:pt x="306175" y="493983"/>
                  </a:cubicBezTo>
                  <a:cubicBezTo>
                    <a:pt x="349144" y="495252"/>
                    <a:pt x="392113" y="496523"/>
                    <a:pt x="432695" y="497792"/>
                  </a:cubicBezTo>
                  <a:cubicBezTo>
                    <a:pt x="504311" y="499063"/>
                    <a:pt x="573539" y="499063"/>
                    <a:pt x="645155" y="500333"/>
                  </a:cubicBezTo>
                  <a:cubicBezTo>
                    <a:pt x="673801" y="500333"/>
                    <a:pt x="700060" y="500333"/>
                    <a:pt x="728706" y="499063"/>
                  </a:cubicBezTo>
                  <a:cubicBezTo>
                    <a:pt x="740642" y="499063"/>
                    <a:pt x="754965" y="497792"/>
                    <a:pt x="766901" y="497792"/>
                  </a:cubicBezTo>
                  <a:cubicBezTo>
                    <a:pt x="814645" y="499063"/>
                    <a:pt x="1769519" y="490173"/>
                    <a:pt x="1817263" y="491442"/>
                  </a:cubicBezTo>
                  <a:cubicBezTo>
                    <a:pt x="1884104" y="492713"/>
                    <a:pt x="2067917" y="492713"/>
                    <a:pt x="2134758" y="492713"/>
                  </a:cubicBezTo>
                  <a:cubicBezTo>
                    <a:pt x="2161017" y="492713"/>
                    <a:pt x="2184889" y="491442"/>
                    <a:pt x="2211148" y="491442"/>
                  </a:cubicBezTo>
                  <a:lnTo>
                    <a:pt x="2340056" y="495252"/>
                  </a:lnTo>
                  <a:cubicBezTo>
                    <a:pt x="2433156" y="497792"/>
                    <a:pt x="2523869" y="495252"/>
                    <a:pt x="2616969" y="499063"/>
                  </a:cubicBezTo>
                  <a:cubicBezTo>
                    <a:pt x="2772136" y="504142"/>
                    <a:pt x="2929691" y="497792"/>
                    <a:pt x="3049969" y="502873"/>
                  </a:cubicBezTo>
                  <a:cubicBezTo>
                    <a:pt x="3070290" y="504142"/>
                    <a:pt x="3090609" y="502873"/>
                    <a:pt x="3113469" y="502873"/>
                  </a:cubicBezTo>
                  <a:lnTo>
                    <a:pt x="3113469" y="443183"/>
                  </a:lnTo>
                  <a:cubicBezTo>
                    <a:pt x="3112199" y="405421"/>
                    <a:pt x="3110929" y="389879"/>
                    <a:pt x="3110929" y="373365"/>
                  </a:cubicBezTo>
                  <a:cubicBezTo>
                    <a:pt x="3110929" y="354261"/>
                    <a:pt x="3114740" y="334834"/>
                    <a:pt x="3108390" y="315730"/>
                  </a:cubicBezTo>
                  <a:cubicBezTo>
                    <a:pt x="3100769" y="303102"/>
                    <a:pt x="3089340" y="54104"/>
                    <a:pt x="3089340" y="41477"/>
                  </a:cubicBezTo>
                  <a:cubicBezTo>
                    <a:pt x="3086799" y="32734"/>
                    <a:pt x="3085529" y="23668"/>
                    <a:pt x="3082990" y="14925"/>
                  </a:cubicBezTo>
                  <a:cubicBezTo>
                    <a:pt x="3082990" y="12335"/>
                    <a:pt x="3081719" y="9745"/>
                    <a:pt x="3080449" y="5644"/>
                  </a:cubicBezTo>
                  <a:cubicBezTo>
                    <a:pt x="3070290" y="3104"/>
                    <a:pt x="3061399" y="1834"/>
                    <a:pt x="3051240" y="564"/>
                  </a:cubicBezTo>
                  <a:cubicBezTo>
                    <a:pt x="3043619" y="-706"/>
                    <a:pt x="3035999" y="564"/>
                    <a:pt x="3029649" y="564"/>
                  </a:cubicBezTo>
                  <a:lnTo>
                    <a:pt x="7776" y="5644"/>
                  </a:lnTo>
                  <a:lnTo>
                    <a:pt x="618" y="473663"/>
                  </a:lnTo>
                  <a:close/>
                </a:path>
              </a:pathLst>
            </a:custGeom>
            <a:solidFill>
              <a:srgbClr val="96C15E"/>
            </a:solidFill>
          </p:spPr>
          <p:txBody>
            <a:bodyPr/>
            <a:lstStyle/>
            <a:p>
              <a:endParaRPr lang="en-AU"/>
            </a:p>
          </p:txBody>
        </p:sp>
        <p:sp>
          <p:nvSpPr>
            <p:cNvPr id="32" name="Freeform 26">
              <a:extLst>
                <a:ext uri="{FF2B5EF4-FFF2-40B4-BE49-F238E27FC236}">
                  <a16:creationId xmlns:a16="http://schemas.microsoft.com/office/drawing/2014/main" id="{6958AA38-DEE7-0607-B99E-517F0FEA12A6}"/>
                </a:ext>
              </a:extLst>
            </p:cNvPr>
            <p:cNvSpPr/>
            <p:nvPr/>
          </p:nvSpPr>
          <p:spPr>
            <a:xfrm>
              <a:off x="11430" y="16510"/>
              <a:ext cx="3092532" cy="494689"/>
            </a:xfrm>
            <a:custGeom>
              <a:avLst/>
              <a:gdLst/>
              <a:ahLst/>
              <a:cxnLst/>
              <a:rect l="l" t="t" r="r" b="b"/>
              <a:pathLst>
                <a:path w="3092532" h="494689">
                  <a:moveTo>
                    <a:pt x="3092532" y="494689"/>
                  </a:moveTo>
                  <a:lnTo>
                    <a:pt x="0" y="487069"/>
                  </a:lnTo>
                  <a:lnTo>
                    <a:pt x="0" y="178917"/>
                  </a:lnTo>
                  <a:lnTo>
                    <a:pt x="7620" y="20320"/>
                  </a:lnTo>
                  <a:lnTo>
                    <a:pt x="1547456" y="0"/>
                  </a:lnTo>
                  <a:lnTo>
                    <a:pt x="3070942" y="8890"/>
                  </a:lnTo>
                  <a:close/>
                </a:path>
              </a:pathLst>
            </a:custGeom>
            <a:solidFill>
              <a:srgbClr val="E0F0CB"/>
            </a:solidFill>
          </p:spPr>
          <p:txBody>
            <a:bodyPr/>
            <a:lstStyle/>
            <a:p>
              <a:endParaRPr lang="en-AU"/>
            </a:p>
          </p:txBody>
        </p:sp>
        <p:sp>
          <p:nvSpPr>
            <p:cNvPr id="33" name="Freeform 27">
              <a:extLst>
                <a:ext uri="{FF2B5EF4-FFF2-40B4-BE49-F238E27FC236}">
                  <a16:creationId xmlns:a16="http://schemas.microsoft.com/office/drawing/2014/main" id="{58A06A1C-FE9F-55DF-4187-C2BFEF28FBDD}"/>
                </a:ext>
              </a:extLst>
            </p:cNvPr>
            <p:cNvSpPr/>
            <p:nvPr/>
          </p:nvSpPr>
          <p:spPr>
            <a:xfrm>
              <a:off x="-215" y="0"/>
              <a:ext cx="3116876" cy="520653"/>
            </a:xfrm>
            <a:custGeom>
              <a:avLst/>
              <a:gdLst/>
              <a:ahLst/>
              <a:cxnLst/>
              <a:rect l="l" t="t" r="r" b="b"/>
              <a:pathLst>
                <a:path w="3116876" h="520653">
                  <a:moveTo>
                    <a:pt x="3083856" y="21590"/>
                  </a:moveTo>
                  <a:cubicBezTo>
                    <a:pt x="3085127" y="34290"/>
                    <a:pt x="3085127" y="44450"/>
                    <a:pt x="3086396" y="52634"/>
                  </a:cubicBezTo>
                  <a:cubicBezTo>
                    <a:pt x="3088936" y="61377"/>
                    <a:pt x="3090206" y="70443"/>
                    <a:pt x="3092746" y="79185"/>
                  </a:cubicBezTo>
                  <a:cubicBezTo>
                    <a:pt x="3092746" y="91813"/>
                    <a:pt x="3105446" y="340811"/>
                    <a:pt x="3111796" y="353439"/>
                  </a:cubicBezTo>
                  <a:cubicBezTo>
                    <a:pt x="3118146" y="372542"/>
                    <a:pt x="3114336" y="391970"/>
                    <a:pt x="3114336" y="411074"/>
                  </a:cubicBezTo>
                  <a:cubicBezTo>
                    <a:pt x="3114336" y="427911"/>
                    <a:pt x="3115606" y="443453"/>
                    <a:pt x="3116877" y="460398"/>
                  </a:cubicBezTo>
                  <a:lnTo>
                    <a:pt x="3116877" y="520089"/>
                  </a:lnTo>
                  <a:cubicBezTo>
                    <a:pt x="3094016" y="520089"/>
                    <a:pt x="3073696" y="521358"/>
                    <a:pt x="3053377" y="520089"/>
                  </a:cubicBezTo>
                  <a:cubicBezTo>
                    <a:pt x="2900699" y="515008"/>
                    <a:pt x="2743145" y="521358"/>
                    <a:pt x="2587978" y="516279"/>
                  </a:cubicBezTo>
                  <a:cubicBezTo>
                    <a:pt x="2494878" y="512469"/>
                    <a:pt x="2404165" y="515008"/>
                    <a:pt x="2311065" y="512469"/>
                  </a:cubicBezTo>
                  <a:lnTo>
                    <a:pt x="2182157" y="508658"/>
                  </a:lnTo>
                  <a:cubicBezTo>
                    <a:pt x="2155898" y="508658"/>
                    <a:pt x="2132026" y="509929"/>
                    <a:pt x="2105767" y="509929"/>
                  </a:cubicBezTo>
                  <a:cubicBezTo>
                    <a:pt x="2038925" y="508658"/>
                    <a:pt x="1855112" y="509929"/>
                    <a:pt x="1788271" y="508658"/>
                  </a:cubicBezTo>
                  <a:cubicBezTo>
                    <a:pt x="1740527" y="507389"/>
                    <a:pt x="785654" y="516279"/>
                    <a:pt x="737910" y="515008"/>
                  </a:cubicBezTo>
                  <a:cubicBezTo>
                    <a:pt x="725974" y="515008"/>
                    <a:pt x="711651" y="516279"/>
                    <a:pt x="699715" y="516279"/>
                  </a:cubicBezTo>
                  <a:cubicBezTo>
                    <a:pt x="671069" y="516279"/>
                    <a:pt x="644810" y="517548"/>
                    <a:pt x="616163" y="517548"/>
                  </a:cubicBezTo>
                  <a:cubicBezTo>
                    <a:pt x="544548" y="517548"/>
                    <a:pt x="475319" y="516279"/>
                    <a:pt x="403704" y="515008"/>
                  </a:cubicBezTo>
                  <a:cubicBezTo>
                    <a:pt x="360735" y="513739"/>
                    <a:pt x="317765" y="512469"/>
                    <a:pt x="277183" y="511198"/>
                  </a:cubicBezTo>
                  <a:cubicBezTo>
                    <a:pt x="200793" y="509929"/>
                    <a:pt x="124403" y="508658"/>
                    <a:pt x="45626" y="508658"/>
                  </a:cubicBezTo>
                  <a:cubicBezTo>
                    <a:pt x="34505" y="508658"/>
                    <a:pt x="25615" y="508658"/>
                    <a:pt x="15455" y="507389"/>
                  </a:cubicBezTo>
                  <a:cubicBezTo>
                    <a:pt x="6565" y="506119"/>
                    <a:pt x="1485" y="499769"/>
                    <a:pt x="4025" y="490879"/>
                  </a:cubicBezTo>
                  <a:cubicBezTo>
                    <a:pt x="12915" y="459643"/>
                    <a:pt x="9105" y="451548"/>
                    <a:pt x="7835" y="443129"/>
                  </a:cubicBezTo>
                  <a:cubicBezTo>
                    <a:pt x="6565" y="425968"/>
                    <a:pt x="2755" y="409131"/>
                    <a:pt x="4025" y="391970"/>
                  </a:cubicBezTo>
                  <a:cubicBezTo>
                    <a:pt x="1485" y="370600"/>
                    <a:pt x="-3595" y="106060"/>
                    <a:pt x="4025" y="84366"/>
                  </a:cubicBezTo>
                  <a:cubicBezTo>
                    <a:pt x="5295" y="80157"/>
                    <a:pt x="4025" y="75623"/>
                    <a:pt x="5295" y="71414"/>
                  </a:cubicBezTo>
                  <a:cubicBezTo>
                    <a:pt x="6565" y="64615"/>
                    <a:pt x="9105" y="57167"/>
                    <a:pt x="10375" y="44450"/>
                  </a:cubicBezTo>
                  <a:cubicBezTo>
                    <a:pt x="10375" y="41910"/>
                    <a:pt x="11645" y="39370"/>
                    <a:pt x="12915" y="38100"/>
                  </a:cubicBezTo>
                  <a:cubicBezTo>
                    <a:pt x="34505" y="35560"/>
                    <a:pt x="64724" y="30480"/>
                    <a:pt x="102919" y="29210"/>
                  </a:cubicBezTo>
                  <a:cubicBezTo>
                    <a:pt x="167373" y="25400"/>
                    <a:pt x="231827" y="22860"/>
                    <a:pt x="298668" y="20320"/>
                  </a:cubicBezTo>
                  <a:cubicBezTo>
                    <a:pt x="344024" y="17780"/>
                    <a:pt x="389381" y="16510"/>
                    <a:pt x="432350" y="13970"/>
                  </a:cubicBezTo>
                  <a:cubicBezTo>
                    <a:pt x="475320" y="11430"/>
                    <a:pt x="520676" y="8890"/>
                    <a:pt x="563645" y="8890"/>
                  </a:cubicBezTo>
                  <a:cubicBezTo>
                    <a:pt x="611389" y="7620"/>
                    <a:pt x="659133" y="10160"/>
                    <a:pt x="706876" y="8890"/>
                  </a:cubicBezTo>
                  <a:cubicBezTo>
                    <a:pt x="766556" y="8890"/>
                    <a:pt x="1847951" y="6350"/>
                    <a:pt x="1907630" y="5080"/>
                  </a:cubicBezTo>
                  <a:cubicBezTo>
                    <a:pt x="1964923" y="3810"/>
                    <a:pt x="2022215" y="2540"/>
                    <a:pt x="2081895" y="2540"/>
                  </a:cubicBezTo>
                  <a:cubicBezTo>
                    <a:pt x="2179769" y="1270"/>
                    <a:pt x="2275257" y="0"/>
                    <a:pt x="2373131" y="0"/>
                  </a:cubicBezTo>
                  <a:cubicBezTo>
                    <a:pt x="2413714" y="0"/>
                    <a:pt x="2456683" y="2540"/>
                    <a:pt x="2497265" y="2540"/>
                  </a:cubicBezTo>
                  <a:cubicBezTo>
                    <a:pt x="2609463" y="3810"/>
                    <a:pt x="2724047" y="5080"/>
                    <a:pt x="2836245" y="7620"/>
                  </a:cubicBezTo>
                  <a:cubicBezTo>
                    <a:pt x="2895925" y="8890"/>
                    <a:pt x="2955604" y="12700"/>
                    <a:pt x="3015284" y="16510"/>
                  </a:cubicBezTo>
                  <a:lnTo>
                    <a:pt x="3053377" y="16510"/>
                  </a:lnTo>
                  <a:cubicBezTo>
                    <a:pt x="3064806" y="17780"/>
                    <a:pt x="3073696" y="20320"/>
                    <a:pt x="3083856" y="21590"/>
                  </a:cubicBezTo>
                  <a:close/>
                  <a:moveTo>
                    <a:pt x="3094016" y="503579"/>
                  </a:moveTo>
                  <a:cubicBezTo>
                    <a:pt x="3095286" y="487069"/>
                    <a:pt x="3096556" y="474369"/>
                    <a:pt x="3096556" y="461669"/>
                  </a:cubicBezTo>
                  <a:cubicBezTo>
                    <a:pt x="3095286" y="441834"/>
                    <a:pt x="3094016" y="424673"/>
                    <a:pt x="3094016" y="406217"/>
                  </a:cubicBezTo>
                  <a:cubicBezTo>
                    <a:pt x="3094016" y="397798"/>
                    <a:pt x="3096556" y="389380"/>
                    <a:pt x="3095286" y="380961"/>
                  </a:cubicBezTo>
                  <a:cubicBezTo>
                    <a:pt x="3095286" y="373190"/>
                    <a:pt x="3094016" y="365095"/>
                    <a:pt x="3092746" y="357324"/>
                  </a:cubicBezTo>
                  <a:cubicBezTo>
                    <a:pt x="3087666" y="345344"/>
                    <a:pt x="3076236" y="97318"/>
                    <a:pt x="3076236" y="85337"/>
                  </a:cubicBezTo>
                  <a:cubicBezTo>
                    <a:pt x="3073696" y="75300"/>
                    <a:pt x="3071156" y="64938"/>
                    <a:pt x="3068616" y="54901"/>
                  </a:cubicBezTo>
                  <a:cubicBezTo>
                    <a:pt x="3067346" y="44450"/>
                    <a:pt x="3066077" y="43180"/>
                    <a:pt x="3048705" y="41910"/>
                  </a:cubicBezTo>
                  <a:cubicBezTo>
                    <a:pt x="3041543" y="41910"/>
                    <a:pt x="3036769" y="41910"/>
                    <a:pt x="3029607" y="40640"/>
                  </a:cubicBezTo>
                  <a:cubicBezTo>
                    <a:pt x="2969928" y="36830"/>
                    <a:pt x="2907861" y="31750"/>
                    <a:pt x="2848181" y="30480"/>
                  </a:cubicBezTo>
                  <a:cubicBezTo>
                    <a:pt x="2702563" y="26670"/>
                    <a:pt x="2554557" y="25400"/>
                    <a:pt x="2408939" y="22860"/>
                  </a:cubicBezTo>
                  <a:lnTo>
                    <a:pt x="2237062" y="22860"/>
                  </a:lnTo>
                  <a:cubicBezTo>
                    <a:pt x="2160672" y="22860"/>
                    <a:pt x="2084282" y="22860"/>
                    <a:pt x="2010279" y="24130"/>
                  </a:cubicBezTo>
                  <a:cubicBezTo>
                    <a:pt x="1945825" y="25400"/>
                    <a:pt x="859656" y="29210"/>
                    <a:pt x="795202" y="29210"/>
                  </a:cubicBezTo>
                  <a:cubicBezTo>
                    <a:pt x="690166" y="29210"/>
                    <a:pt x="585130" y="26670"/>
                    <a:pt x="480094" y="33020"/>
                  </a:cubicBezTo>
                  <a:cubicBezTo>
                    <a:pt x="425189" y="36830"/>
                    <a:pt x="372671" y="36830"/>
                    <a:pt x="320152" y="38100"/>
                  </a:cubicBezTo>
                  <a:cubicBezTo>
                    <a:pt x="229440" y="41910"/>
                    <a:pt x="138726" y="45720"/>
                    <a:pt x="48013" y="50800"/>
                  </a:cubicBezTo>
                  <a:cubicBezTo>
                    <a:pt x="33235" y="50800"/>
                    <a:pt x="30695" y="52310"/>
                    <a:pt x="29425" y="56196"/>
                  </a:cubicBezTo>
                  <a:cubicBezTo>
                    <a:pt x="28155" y="62024"/>
                    <a:pt x="28155" y="67852"/>
                    <a:pt x="26885" y="73681"/>
                  </a:cubicBezTo>
                  <a:cubicBezTo>
                    <a:pt x="25615" y="83395"/>
                    <a:pt x="23075" y="92785"/>
                    <a:pt x="21805" y="102498"/>
                  </a:cubicBezTo>
                  <a:cubicBezTo>
                    <a:pt x="16725" y="112860"/>
                    <a:pt x="23075" y="366067"/>
                    <a:pt x="25615" y="376428"/>
                  </a:cubicBezTo>
                  <a:cubicBezTo>
                    <a:pt x="25615" y="387437"/>
                    <a:pt x="25615" y="398770"/>
                    <a:pt x="26885" y="409779"/>
                  </a:cubicBezTo>
                  <a:cubicBezTo>
                    <a:pt x="26885" y="417874"/>
                    <a:pt x="29425" y="425968"/>
                    <a:pt x="29425" y="434063"/>
                  </a:cubicBezTo>
                  <a:cubicBezTo>
                    <a:pt x="29425" y="442806"/>
                    <a:pt x="29425" y="451548"/>
                    <a:pt x="28155" y="461669"/>
                  </a:cubicBezTo>
                  <a:lnTo>
                    <a:pt x="28155" y="471829"/>
                  </a:lnTo>
                  <a:cubicBezTo>
                    <a:pt x="28155" y="481989"/>
                    <a:pt x="31965" y="485799"/>
                    <a:pt x="40855" y="485799"/>
                  </a:cubicBezTo>
                  <a:cubicBezTo>
                    <a:pt x="69498" y="485799"/>
                    <a:pt x="102919" y="487069"/>
                    <a:pt x="133952" y="487069"/>
                  </a:cubicBezTo>
                  <a:cubicBezTo>
                    <a:pt x="179309" y="487069"/>
                    <a:pt x="227052" y="484529"/>
                    <a:pt x="272409" y="487069"/>
                  </a:cubicBezTo>
                  <a:cubicBezTo>
                    <a:pt x="346412" y="490879"/>
                    <a:pt x="420414" y="493419"/>
                    <a:pt x="494417" y="492149"/>
                  </a:cubicBezTo>
                  <a:cubicBezTo>
                    <a:pt x="542161" y="490879"/>
                    <a:pt x="587517" y="493419"/>
                    <a:pt x="635261" y="493419"/>
                  </a:cubicBezTo>
                  <a:cubicBezTo>
                    <a:pt x="704489" y="493419"/>
                    <a:pt x="773718" y="492149"/>
                    <a:pt x="842946" y="493419"/>
                  </a:cubicBezTo>
                  <a:cubicBezTo>
                    <a:pt x="945595" y="494689"/>
                    <a:pt x="2072346" y="484529"/>
                    <a:pt x="2177382" y="487069"/>
                  </a:cubicBezTo>
                  <a:cubicBezTo>
                    <a:pt x="2222739" y="488339"/>
                    <a:pt x="2268095" y="489609"/>
                    <a:pt x="2311065" y="489609"/>
                  </a:cubicBezTo>
                  <a:cubicBezTo>
                    <a:pt x="2389842" y="492149"/>
                    <a:pt x="2466232" y="488339"/>
                    <a:pt x="2545009" y="492149"/>
                  </a:cubicBezTo>
                  <a:cubicBezTo>
                    <a:pt x="2609463" y="494689"/>
                    <a:pt x="2673917" y="494689"/>
                    <a:pt x="2738371" y="497229"/>
                  </a:cubicBezTo>
                  <a:cubicBezTo>
                    <a:pt x="2833858" y="501039"/>
                    <a:pt x="2929345" y="503579"/>
                    <a:pt x="3024833" y="504849"/>
                  </a:cubicBezTo>
                  <a:cubicBezTo>
                    <a:pt x="3055916" y="504849"/>
                    <a:pt x="3073696" y="503579"/>
                    <a:pt x="3094016" y="503579"/>
                  </a:cubicBezTo>
                  <a:close/>
                </a:path>
              </a:pathLst>
            </a:custGeom>
            <a:solidFill>
              <a:srgbClr val="2A2B39"/>
            </a:solid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34" name="Group 28">
            <a:extLst>
              <a:ext uri="{FF2B5EF4-FFF2-40B4-BE49-F238E27FC236}">
                <a16:creationId xmlns:a16="http://schemas.microsoft.com/office/drawing/2014/main" id="{4A1CD7AB-E8FD-B5AC-E910-5C35C156266E}"/>
              </a:ext>
            </a:extLst>
          </p:cNvPr>
          <p:cNvGrpSpPr/>
          <p:nvPr/>
        </p:nvGrpSpPr>
        <p:grpSpPr>
          <a:xfrm>
            <a:off x="4330696" y="2690060"/>
            <a:ext cx="2785612" cy="375205"/>
            <a:chOff x="0" y="0"/>
            <a:chExt cx="3153491" cy="549299"/>
          </a:xfrm>
        </p:grpSpPr>
        <p:sp>
          <p:nvSpPr>
            <p:cNvPr id="35" name="Freeform 29">
              <a:extLst>
                <a:ext uri="{FF2B5EF4-FFF2-40B4-BE49-F238E27FC236}">
                  <a16:creationId xmlns:a16="http://schemas.microsoft.com/office/drawing/2014/main" id="{276405AE-473F-D321-BC4F-84636B3CAD61}"/>
                </a:ext>
              </a:extLst>
            </p:cNvPr>
            <p:cNvSpPr/>
            <p:nvPr/>
          </p:nvSpPr>
          <p:spPr>
            <a:xfrm>
              <a:off x="40022" y="45156"/>
              <a:ext cx="3113470" cy="503437"/>
            </a:xfrm>
            <a:custGeom>
              <a:avLst/>
              <a:gdLst/>
              <a:ahLst/>
              <a:cxnLst/>
              <a:rect l="l" t="t" r="r" b="b"/>
              <a:pathLst>
                <a:path w="3113470" h="503437">
                  <a:moveTo>
                    <a:pt x="618" y="473663"/>
                  </a:moveTo>
                  <a:cubicBezTo>
                    <a:pt x="-1922" y="482552"/>
                    <a:pt x="3158" y="488902"/>
                    <a:pt x="19712" y="490173"/>
                  </a:cubicBezTo>
                  <a:cubicBezTo>
                    <a:pt x="38810" y="491442"/>
                    <a:pt x="55520" y="491442"/>
                    <a:pt x="74618" y="491442"/>
                  </a:cubicBezTo>
                  <a:cubicBezTo>
                    <a:pt x="151008" y="492713"/>
                    <a:pt x="227397" y="492713"/>
                    <a:pt x="306175" y="493983"/>
                  </a:cubicBezTo>
                  <a:cubicBezTo>
                    <a:pt x="349144" y="495252"/>
                    <a:pt x="392113" y="496523"/>
                    <a:pt x="432695" y="497792"/>
                  </a:cubicBezTo>
                  <a:cubicBezTo>
                    <a:pt x="504311" y="499063"/>
                    <a:pt x="573539" y="499063"/>
                    <a:pt x="645155" y="500333"/>
                  </a:cubicBezTo>
                  <a:cubicBezTo>
                    <a:pt x="673801" y="500333"/>
                    <a:pt x="700060" y="500333"/>
                    <a:pt x="728706" y="499063"/>
                  </a:cubicBezTo>
                  <a:cubicBezTo>
                    <a:pt x="740642" y="499063"/>
                    <a:pt x="754965" y="497792"/>
                    <a:pt x="766901" y="497792"/>
                  </a:cubicBezTo>
                  <a:cubicBezTo>
                    <a:pt x="814645" y="499063"/>
                    <a:pt x="1769519" y="490173"/>
                    <a:pt x="1817263" y="491442"/>
                  </a:cubicBezTo>
                  <a:cubicBezTo>
                    <a:pt x="1884104" y="492713"/>
                    <a:pt x="2067917" y="492713"/>
                    <a:pt x="2134758" y="492713"/>
                  </a:cubicBezTo>
                  <a:cubicBezTo>
                    <a:pt x="2161017" y="492713"/>
                    <a:pt x="2184889" y="491442"/>
                    <a:pt x="2211148" y="491442"/>
                  </a:cubicBezTo>
                  <a:lnTo>
                    <a:pt x="2340056" y="495252"/>
                  </a:lnTo>
                  <a:cubicBezTo>
                    <a:pt x="2433156" y="497792"/>
                    <a:pt x="2523869" y="495252"/>
                    <a:pt x="2616969" y="499063"/>
                  </a:cubicBezTo>
                  <a:cubicBezTo>
                    <a:pt x="2772136" y="504142"/>
                    <a:pt x="2929691" y="497792"/>
                    <a:pt x="3049969" y="502873"/>
                  </a:cubicBezTo>
                  <a:cubicBezTo>
                    <a:pt x="3070290" y="504142"/>
                    <a:pt x="3090609" y="502873"/>
                    <a:pt x="3113469" y="502873"/>
                  </a:cubicBezTo>
                  <a:lnTo>
                    <a:pt x="3113469" y="443183"/>
                  </a:lnTo>
                  <a:cubicBezTo>
                    <a:pt x="3112199" y="405421"/>
                    <a:pt x="3110929" y="389879"/>
                    <a:pt x="3110929" y="373365"/>
                  </a:cubicBezTo>
                  <a:cubicBezTo>
                    <a:pt x="3110929" y="354261"/>
                    <a:pt x="3114740" y="334834"/>
                    <a:pt x="3108390" y="315730"/>
                  </a:cubicBezTo>
                  <a:cubicBezTo>
                    <a:pt x="3100769" y="303102"/>
                    <a:pt x="3089340" y="54104"/>
                    <a:pt x="3089340" y="41477"/>
                  </a:cubicBezTo>
                  <a:cubicBezTo>
                    <a:pt x="3086799" y="32734"/>
                    <a:pt x="3085529" y="23668"/>
                    <a:pt x="3082990" y="14925"/>
                  </a:cubicBezTo>
                  <a:cubicBezTo>
                    <a:pt x="3082990" y="12335"/>
                    <a:pt x="3081719" y="9745"/>
                    <a:pt x="3080449" y="5644"/>
                  </a:cubicBezTo>
                  <a:cubicBezTo>
                    <a:pt x="3070290" y="3104"/>
                    <a:pt x="3061399" y="1834"/>
                    <a:pt x="3051240" y="564"/>
                  </a:cubicBezTo>
                  <a:cubicBezTo>
                    <a:pt x="3043619" y="-706"/>
                    <a:pt x="3035999" y="564"/>
                    <a:pt x="3029649" y="564"/>
                  </a:cubicBezTo>
                  <a:lnTo>
                    <a:pt x="7776" y="5644"/>
                  </a:lnTo>
                  <a:lnTo>
                    <a:pt x="618" y="473663"/>
                  </a:lnTo>
                  <a:close/>
                </a:path>
              </a:pathLst>
            </a:custGeom>
            <a:solidFill>
              <a:srgbClr val="FED9F0"/>
            </a:solidFill>
          </p:spPr>
          <p:txBody>
            <a:bodyPr/>
            <a:lstStyle/>
            <a:p>
              <a:endParaRPr lang="en-AU"/>
            </a:p>
          </p:txBody>
        </p:sp>
        <p:sp>
          <p:nvSpPr>
            <p:cNvPr id="36" name="Freeform 30">
              <a:extLst>
                <a:ext uri="{FF2B5EF4-FFF2-40B4-BE49-F238E27FC236}">
                  <a16:creationId xmlns:a16="http://schemas.microsoft.com/office/drawing/2014/main" id="{5D8C1B88-E965-9B97-E856-5BAE31CBF6F7}"/>
                </a:ext>
              </a:extLst>
            </p:cNvPr>
            <p:cNvSpPr/>
            <p:nvPr/>
          </p:nvSpPr>
          <p:spPr>
            <a:xfrm>
              <a:off x="11430" y="16510"/>
              <a:ext cx="3092532" cy="494689"/>
            </a:xfrm>
            <a:custGeom>
              <a:avLst/>
              <a:gdLst/>
              <a:ahLst/>
              <a:cxnLst/>
              <a:rect l="l" t="t" r="r" b="b"/>
              <a:pathLst>
                <a:path w="3092532" h="494689">
                  <a:moveTo>
                    <a:pt x="3092532" y="494689"/>
                  </a:moveTo>
                  <a:lnTo>
                    <a:pt x="0" y="487069"/>
                  </a:lnTo>
                  <a:lnTo>
                    <a:pt x="0" y="178917"/>
                  </a:lnTo>
                  <a:lnTo>
                    <a:pt x="7620" y="20320"/>
                  </a:lnTo>
                  <a:lnTo>
                    <a:pt x="1547456" y="0"/>
                  </a:lnTo>
                  <a:lnTo>
                    <a:pt x="3070942" y="8890"/>
                  </a:lnTo>
                  <a:close/>
                </a:path>
              </a:pathLst>
            </a:custGeom>
            <a:solidFill>
              <a:srgbClr val="FED9F0"/>
            </a:solidFill>
          </p:spPr>
          <p:txBody>
            <a:bodyPr/>
            <a:lstStyle/>
            <a:p>
              <a:endParaRPr lang="en-AU"/>
            </a:p>
          </p:txBody>
        </p:sp>
        <p:sp>
          <p:nvSpPr>
            <p:cNvPr id="37" name="Freeform 31">
              <a:extLst>
                <a:ext uri="{FF2B5EF4-FFF2-40B4-BE49-F238E27FC236}">
                  <a16:creationId xmlns:a16="http://schemas.microsoft.com/office/drawing/2014/main" id="{D7C569E2-0676-19CA-4307-098766CB0B91}"/>
                </a:ext>
              </a:extLst>
            </p:cNvPr>
            <p:cNvSpPr/>
            <p:nvPr/>
          </p:nvSpPr>
          <p:spPr>
            <a:xfrm>
              <a:off x="-215" y="0"/>
              <a:ext cx="3116876" cy="520653"/>
            </a:xfrm>
            <a:custGeom>
              <a:avLst/>
              <a:gdLst/>
              <a:ahLst/>
              <a:cxnLst/>
              <a:rect l="l" t="t" r="r" b="b"/>
              <a:pathLst>
                <a:path w="3116876" h="520653">
                  <a:moveTo>
                    <a:pt x="3083856" y="21590"/>
                  </a:moveTo>
                  <a:cubicBezTo>
                    <a:pt x="3085127" y="34290"/>
                    <a:pt x="3085127" y="44450"/>
                    <a:pt x="3086396" y="52634"/>
                  </a:cubicBezTo>
                  <a:cubicBezTo>
                    <a:pt x="3088936" y="61377"/>
                    <a:pt x="3090206" y="70443"/>
                    <a:pt x="3092746" y="79185"/>
                  </a:cubicBezTo>
                  <a:cubicBezTo>
                    <a:pt x="3092746" y="91813"/>
                    <a:pt x="3105446" y="340811"/>
                    <a:pt x="3111796" y="353439"/>
                  </a:cubicBezTo>
                  <a:cubicBezTo>
                    <a:pt x="3118146" y="372542"/>
                    <a:pt x="3114336" y="391970"/>
                    <a:pt x="3114336" y="411074"/>
                  </a:cubicBezTo>
                  <a:cubicBezTo>
                    <a:pt x="3114336" y="427911"/>
                    <a:pt x="3115606" y="443453"/>
                    <a:pt x="3116877" y="460398"/>
                  </a:cubicBezTo>
                  <a:lnTo>
                    <a:pt x="3116877" y="520089"/>
                  </a:lnTo>
                  <a:cubicBezTo>
                    <a:pt x="3094016" y="520089"/>
                    <a:pt x="3073696" y="521358"/>
                    <a:pt x="3053377" y="520089"/>
                  </a:cubicBezTo>
                  <a:cubicBezTo>
                    <a:pt x="2900699" y="515008"/>
                    <a:pt x="2743145" y="521358"/>
                    <a:pt x="2587978" y="516279"/>
                  </a:cubicBezTo>
                  <a:cubicBezTo>
                    <a:pt x="2494878" y="512469"/>
                    <a:pt x="2404165" y="515008"/>
                    <a:pt x="2311065" y="512469"/>
                  </a:cubicBezTo>
                  <a:lnTo>
                    <a:pt x="2182157" y="508658"/>
                  </a:lnTo>
                  <a:cubicBezTo>
                    <a:pt x="2155898" y="508658"/>
                    <a:pt x="2132026" y="509929"/>
                    <a:pt x="2105767" y="509929"/>
                  </a:cubicBezTo>
                  <a:cubicBezTo>
                    <a:pt x="2038925" y="508658"/>
                    <a:pt x="1855112" y="509929"/>
                    <a:pt x="1788271" y="508658"/>
                  </a:cubicBezTo>
                  <a:cubicBezTo>
                    <a:pt x="1740527" y="507389"/>
                    <a:pt x="785654" y="516279"/>
                    <a:pt x="737910" y="515008"/>
                  </a:cubicBezTo>
                  <a:cubicBezTo>
                    <a:pt x="725974" y="515008"/>
                    <a:pt x="711651" y="516279"/>
                    <a:pt x="699715" y="516279"/>
                  </a:cubicBezTo>
                  <a:cubicBezTo>
                    <a:pt x="671069" y="516279"/>
                    <a:pt x="644810" y="517548"/>
                    <a:pt x="616163" y="517548"/>
                  </a:cubicBezTo>
                  <a:cubicBezTo>
                    <a:pt x="544548" y="517548"/>
                    <a:pt x="475319" y="516279"/>
                    <a:pt x="403704" y="515008"/>
                  </a:cubicBezTo>
                  <a:cubicBezTo>
                    <a:pt x="360735" y="513739"/>
                    <a:pt x="317765" y="512469"/>
                    <a:pt x="277183" y="511198"/>
                  </a:cubicBezTo>
                  <a:cubicBezTo>
                    <a:pt x="200793" y="509929"/>
                    <a:pt x="124403" y="508658"/>
                    <a:pt x="45626" y="508658"/>
                  </a:cubicBezTo>
                  <a:cubicBezTo>
                    <a:pt x="34505" y="508658"/>
                    <a:pt x="25615" y="508658"/>
                    <a:pt x="15455" y="507389"/>
                  </a:cubicBezTo>
                  <a:cubicBezTo>
                    <a:pt x="6565" y="506119"/>
                    <a:pt x="1485" y="499769"/>
                    <a:pt x="4025" y="490879"/>
                  </a:cubicBezTo>
                  <a:cubicBezTo>
                    <a:pt x="12915" y="459643"/>
                    <a:pt x="9105" y="451548"/>
                    <a:pt x="7835" y="443129"/>
                  </a:cubicBezTo>
                  <a:cubicBezTo>
                    <a:pt x="6565" y="425968"/>
                    <a:pt x="2755" y="409131"/>
                    <a:pt x="4025" y="391970"/>
                  </a:cubicBezTo>
                  <a:cubicBezTo>
                    <a:pt x="1485" y="370600"/>
                    <a:pt x="-3595" y="106060"/>
                    <a:pt x="4025" y="84366"/>
                  </a:cubicBezTo>
                  <a:cubicBezTo>
                    <a:pt x="5295" y="80157"/>
                    <a:pt x="4025" y="75623"/>
                    <a:pt x="5295" y="71414"/>
                  </a:cubicBezTo>
                  <a:cubicBezTo>
                    <a:pt x="6565" y="64615"/>
                    <a:pt x="9105" y="57167"/>
                    <a:pt x="10375" y="44450"/>
                  </a:cubicBezTo>
                  <a:cubicBezTo>
                    <a:pt x="10375" y="41910"/>
                    <a:pt x="11645" y="39370"/>
                    <a:pt x="12915" y="38100"/>
                  </a:cubicBezTo>
                  <a:cubicBezTo>
                    <a:pt x="34505" y="35560"/>
                    <a:pt x="64724" y="30480"/>
                    <a:pt x="102919" y="29210"/>
                  </a:cubicBezTo>
                  <a:cubicBezTo>
                    <a:pt x="167373" y="25400"/>
                    <a:pt x="231827" y="22860"/>
                    <a:pt x="298668" y="20320"/>
                  </a:cubicBezTo>
                  <a:cubicBezTo>
                    <a:pt x="344024" y="17780"/>
                    <a:pt x="389381" y="16510"/>
                    <a:pt x="432350" y="13970"/>
                  </a:cubicBezTo>
                  <a:cubicBezTo>
                    <a:pt x="475320" y="11430"/>
                    <a:pt x="520676" y="8890"/>
                    <a:pt x="563645" y="8890"/>
                  </a:cubicBezTo>
                  <a:cubicBezTo>
                    <a:pt x="611389" y="7620"/>
                    <a:pt x="659133" y="10160"/>
                    <a:pt x="706876" y="8890"/>
                  </a:cubicBezTo>
                  <a:cubicBezTo>
                    <a:pt x="766556" y="8890"/>
                    <a:pt x="1847951" y="6350"/>
                    <a:pt x="1907630" y="5080"/>
                  </a:cubicBezTo>
                  <a:cubicBezTo>
                    <a:pt x="1964923" y="3810"/>
                    <a:pt x="2022215" y="2540"/>
                    <a:pt x="2081895" y="2540"/>
                  </a:cubicBezTo>
                  <a:cubicBezTo>
                    <a:pt x="2179769" y="1270"/>
                    <a:pt x="2275257" y="0"/>
                    <a:pt x="2373131" y="0"/>
                  </a:cubicBezTo>
                  <a:cubicBezTo>
                    <a:pt x="2413714" y="0"/>
                    <a:pt x="2456683" y="2540"/>
                    <a:pt x="2497265" y="2540"/>
                  </a:cubicBezTo>
                  <a:cubicBezTo>
                    <a:pt x="2609463" y="3810"/>
                    <a:pt x="2724047" y="5080"/>
                    <a:pt x="2836245" y="7620"/>
                  </a:cubicBezTo>
                  <a:cubicBezTo>
                    <a:pt x="2895925" y="8890"/>
                    <a:pt x="2955604" y="12700"/>
                    <a:pt x="3015284" y="16510"/>
                  </a:cubicBezTo>
                  <a:lnTo>
                    <a:pt x="3053377" y="16510"/>
                  </a:lnTo>
                  <a:cubicBezTo>
                    <a:pt x="3064806" y="17780"/>
                    <a:pt x="3073696" y="20320"/>
                    <a:pt x="3083856" y="21590"/>
                  </a:cubicBezTo>
                  <a:close/>
                  <a:moveTo>
                    <a:pt x="3094016" y="503579"/>
                  </a:moveTo>
                  <a:cubicBezTo>
                    <a:pt x="3095286" y="487069"/>
                    <a:pt x="3096556" y="474369"/>
                    <a:pt x="3096556" y="461669"/>
                  </a:cubicBezTo>
                  <a:cubicBezTo>
                    <a:pt x="3095286" y="441834"/>
                    <a:pt x="3094016" y="424673"/>
                    <a:pt x="3094016" y="406217"/>
                  </a:cubicBezTo>
                  <a:cubicBezTo>
                    <a:pt x="3094016" y="397798"/>
                    <a:pt x="3096556" y="389380"/>
                    <a:pt x="3095286" y="380961"/>
                  </a:cubicBezTo>
                  <a:cubicBezTo>
                    <a:pt x="3095286" y="373190"/>
                    <a:pt x="3094016" y="365095"/>
                    <a:pt x="3092746" y="357324"/>
                  </a:cubicBezTo>
                  <a:cubicBezTo>
                    <a:pt x="3087666" y="345344"/>
                    <a:pt x="3076236" y="97318"/>
                    <a:pt x="3076236" y="85337"/>
                  </a:cubicBezTo>
                  <a:cubicBezTo>
                    <a:pt x="3073696" y="75300"/>
                    <a:pt x="3071156" y="64938"/>
                    <a:pt x="3068616" y="54901"/>
                  </a:cubicBezTo>
                  <a:cubicBezTo>
                    <a:pt x="3067346" y="44450"/>
                    <a:pt x="3066077" y="43180"/>
                    <a:pt x="3048705" y="41910"/>
                  </a:cubicBezTo>
                  <a:cubicBezTo>
                    <a:pt x="3041543" y="41910"/>
                    <a:pt x="3036769" y="41910"/>
                    <a:pt x="3029607" y="40640"/>
                  </a:cubicBezTo>
                  <a:cubicBezTo>
                    <a:pt x="2969928" y="36830"/>
                    <a:pt x="2907861" y="31750"/>
                    <a:pt x="2848181" y="30480"/>
                  </a:cubicBezTo>
                  <a:cubicBezTo>
                    <a:pt x="2702563" y="26670"/>
                    <a:pt x="2554557" y="25400"/>
                    <a:pt x="2408939" y="22860"/>
                  </a:cubicBezTo>
                  <a:lnTo>
                    <a:pt x="2237062" y="22860"/>
                  </a:lnTo>
                  <a:cubicBezTo>
                    <a:pt x="2160672" y="22860"/>
                    <a:pt x="2084282" y="22860"/>
                    <a:pt x="2010279" y="24130"/>
                  </a:cubicBezTo>
                  <a:cubicBezTo>
                    <a:pt x="1945825" y="25400"/>
                    <a:pt x="859656" y="29210"/>
                    <a:pt x="795202" y="29210"/>
                  </a:cubicBezTo>
                  <a:cubicBezTo>
                    <a:pt x="690166" y="29210"/>
                    <a:pt x="585130" y="26670"/>
                    <a:pt x="480094" y="33020"/>
                  </a:cubicBezTo>
                  <a:cubicBezTo>
                    <a:pt x="425189" y="36830"/>
                    <a:pt x="372671" y="36830"/>
                    <a:pt x="320152" y="38100"/>
                  </a:cubicBezTo>
                  <a:cubicBezTo>
                    <a:pt x="229440" y="41910"/>
                    <a:pt x="138726" y="45720"/>
                    <a:pt x="48013" y="50800"/>
                  </a:cubicBezTo>
                  <a:cubicBezTo>
                    <a:pt x="33235" y="50800"/>
                    <a:pt x="30695" y="52310"/>
                    <a:pt x="29425" y="56196"/>
                  </a:cubicBezTo>
                  <a:cubicBezTo>
                    <a:pt x="28155" y="62024"/>
                    <a:pt x="28155" y="67852"/>
                    <a:pt x="26885" y="73681"/>
                  </a:cubicBezTo>
                  <a:cubicBezTo>
                    <a:pt x="25615" y="83395"/>
                    <a:pt x="23075" y="92785"/>
                    <a:pt x="21805" y="102498"/>
                  </a:cubicBezTo>
                  <a:cubicBezTo>
                    <a:pt x="16725" y="112860"/>
                    <a:pt x="23075" y="366067"/>
                    <a:pt x="25615" y="376428"/>
                  </a:cubicBezTo>
                  <a:cubicBezTo>
                    <a:pt x="25615" y="387437"/>
                    <a:pt x="25615" y="398770"/>
                    <a:pt x="26885" y="409779"/>
                  </a:cubicBezTo>
                  <a:cubicBezTo>
                    <a:pt x="26885" y="417874"/>
                    <a:pt x="29425" y="425968"/>
                    <a:pt x="29425" y="434063"/>
                  </a:cubicBezTo>
                  <a:cubicBezTo>
                    <a:pt x="29425" y="442806"/>
                    <a:pt x="29425" y="451548"/>
                    <a:pt x="28155" y="461669"/>
                  </a:cubicBezTo>
                  <a:lnTo>
                    <a:pt x="28155" y="471829"/>
                  </a:lnTo>
                  <a:cubicBezTo>
                    <a:pt x="28155" y="481989"/>
                    <a:pt x="31965" y="485799"/>
                    <a:pt x="40855" y="485799"/>
                  </a:cubicBezTo>
                  <a:cubicBezTo>
                    <a:pt x="69498" y="485799"/>
                    <a:pt x="102919" y="487069"/>
                    <a:pt x="133952" y="487069"/>
                  </a:cubicBezTo>
                  <a:cubicBezTo>
                    <a:pt x="179309" y="487069"/>
                    <a:pt x="227052" y="484529"/>
                    <a:pt x="272409" y="487069"/>
                  </a:cubicBezTo>
                  <a:cubicBezTo>
                    <a:pt x="346412" y="490879"/>
                    <a:pt x="420414" y="493419"/>
                    <a:pt x="494417" y="492149"/>
                  </a:cubicBezTo>
                  <a:cubicBezTo>
                    <a:pt x="542161" y="490879"/>
                    <a:pt x="587517" y="493419"/>
                    <a:pt x="635261" y="493419"/>
                  </a:cubicBezTo>
                  <a:cubicBezTo>
                    <a:pt x="704489" y="493419"/>
                    <a:pt x="773718" y="492149"/>
                    <a:pt x="842946" y="493419"/>
                  </a:cubicBezTo>
                  <a:cubicBezTo>
                    <a:pt x="945595" y="494689"/>
                    <a:pt x="2072346" y="484529"/>
                    <a:pt x="2177382" y="487069"/>
                  </a:cubicBezTo>
                  <a:cubicBezTo>
                    <a:pt x="2222739" y="488339"/>
                    <a:pt x="2268095" y="489609"/>
                    <a:pt x="2311065" y="489609"/>
                  </a:cubicBezTo>
                  <a:cubicBezTo>
                    <a:pt x="2389842" y="492149"/>
                    <a:pt x="2466232" y="488339"/>
                    <a:pt x="2545009" y="492149"/>
                  </a:cubicBezTo>
                  <a:cubicBezTo>
                    <a:pt x="2609463" y="494689"/>
                    <a:pt x="2673917" y="494689"/>
                    <a:pt x="2738371" y="497229"/>
                  </a:cubicBezTo>
                  <a:cubicBezTo>
                    <a:pt x="2833858" y="501039"/>
                    <a:pt x="2929345" y="503579"/>
                    <a:pt x="3024833" y="504849"/>
                  </a:cubicBezTo>
                  <a:cubicBezTo>
                    <a:pt x="3055916" y="504849"/>
                    <a:pt x="3073696" y="503579"/>
                    <a:pt x="3094016" y="503579"/>
                  </a:cubicBezTo>
                  <a:close/>
                </a:path>
              </a:pathLst>
            </a:custGeom>
            <a:solidFill>
              <a:srgbClr val="2A2B39"/>
            </a:solid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38" name="Group 32">
            <a:extLst>
              <a:ext uri="{FF2B5EF4-FFF2-40B4-BE49-F238E27FC236}">
                <a16:creationId xmlns:a16="http://schemas.microsoft.com/office/drawing/2014/main" id="{2CB2BB83-1410-4ACD-A735-4041929AD047}"/>
              </a:ext>
            </a:extLst>
          </p:cNvPr>
          <p:cNvGrpSpPr/>
          <p:nvPr/>
        </p:nvGrpSpPr>
        <p:grpSpPr>
          <a:xfrm>
            <a:off x="4253775" y="4563959"/>
            <a:ext cx="2785612" cy="375205"/>
            <a:chOff x="0" y="0"/>
            <a:chExt cx="3153491" cy="549299"/>
          </a:xfrm>
        </p:grpSpPr>
        <p:sp>
          <p:nvSpPr>
            <p:cNvPr id="39" name="Freeform 33">
              <a:extLst>
                <a:ext uri="{FF2B5EF4-FFF2-40B4-BE49-F238E27FC236}">
                  <a16:creationId xmlns:a16="http://schemas.microsoft.com/office/drawing/2014/main" id="{10DB0697-9443-A127-54EA-37450546D939}"/>
                </a:ext>
              </a:extLst>
            </p:cNvPr>
            <p:cNvSpPr/>
            <p:nvPr/>
          </p:nvSpPr>
          <p:spPr>
            <a:xfrm>
              <a:off x="40022" y="45156"/>
              <a:ext cx="3113470" cy="503437"/>
            </a:xfrm>
            <a:custGeom>
              <a:avLst/>
              <a:gdLst/>
              <a:ahLst/>
              <a:cxnLst/>
              <a:rect l="l" t="t" r="r" b="b"/>
              <a:pathLst>
                <a:path w="3113470" h="503437">
                  <a:moveTo>
                    <a:pt x="618" y="473663"/>
                  </a:moveTo>
                  <a:cubicBezTo>
                    <a:pt x="-1922" y="482552"/>
                    <a:pt x="3158" y="488902"/>
                    <a:pt x="19712" y="490173"/>
                  </a:cubicBezTo>
                  <a:cubicBezTo>
                    <a:pt x="38810" y="491442"/>
                    <a:pt x="55520" y="491442"/>
                    <a:pt x="74618" y="491442"/>
                  </a:cubicBezTo>
                  <a:cubicBezTo>
                    <a:pt x="151008" y="492713"/>
                    <a:pt x="227397" y="492713"/>
                    <a:pt x="306175" y="493983"/>
                  </a:cubicBezTo>
                  <a:cubicBezTo>
                    <a:pt x="349144" y="495252"/>
                    <a:pt x="392113" y="496523"/>
                    <a:pt x="432695" y="497792"/>
                  </a:cubicBezTo>
                  <a:cubicBezTo>
                    <a:pt x="504311" y="499063"/>
                    <a:pt x="573539" y="499063"/>
                    <a:pt x="645155" y="500333"/>
                  </a:cubicBezTo>
                  <a:cubicBezTo>
                    <a:pt x="673801" y="500333"/>
                    <a:pt x="700060" y="500333"/>
                    <a:pt x="728706" y="499063"/>
                  </a:cubicBezTo>
                  <a:cubicBezTo>
                    <a:pt x="740642" y="499063"/>
                    <a:pt x="754965" y="497792"/>
                    <a:pt x="766901" y="497792"/>
                  </a:cubicBezTo>
                  <a:cubicBezTo>
                    <a:pt x="814645" y="499063"/>
                    <a:pt x="1769519" y="490173"/>
                    <a:pt x="1817263" y="491442"/>
                  </a:cubicBezTo>
                  <a:cubicBezTo>
                    <a:pt x="1884104" y="492713"/>
                    <a:pt x="2067917" y="492713"/>
                    <a:pt x="2134758" y="492713"/>
                  </a:cubicBezTo>
                  <a:cubicBezTo>
                    <a:pt x="2161017" y="492713"/>
                    <a:pt x="2184889" y="491442"/>
                    <a:pt x="2211148" y="491442"/>
                  </a:cubicBezTo>
                  <a:lnTo>
                    <a:pt x="2340056" y="495252"/>
                  </a:lnTo>
                  <a:cubicBezTo>
                    <a:pt x="2433156" y="497792"/>
                    <a:pt x="2523869" y="495252"/>
                    <a:pt x="2616969" y="499063"/>
                  </a:cubicBezTo>
                  <a:cubicBezTo>
                    <a:pt x="2772136" y="504142"/>
                    <a:pt x="2929691" y="497792"/>
                    <a:pt x="3049969" y="502873"/>
                  </a:cubicBezTo>
                  <a:cubicBezTo>
                    <a:pt x="3070290" y="504142"/>
                    <a:pt x="3090609" y="502873"/>
                    <a:pt x="3113469" y="502873"/>
                  </a:cubicBezTo>
                  <a:lnTo>
                    <a:pt x="3113469" y="443183"/>
                  </a:lnTo>
                  <a:cubicBezTo>
                    <a:pt x="3112199" y="405421"/>
                    <a:pt x="3110929" y="389879"/>
                    <a:pt x="3110929" y="373365"/>
                  </a:cubicBezTo>
                  <a:cubicBezTo>
                    <a:pt x="3110929" y="354261"/>
                    <a:pt x="3114740" y="334834"/>
                    <a:pt x="3108390" y="315730"/>
                  </a:cubicBezTo>
                  <a:cubicBezTo>
                    <a:pt x="3100769" y="303102"/>
                    <a:pt x="3089340" y="54104"/>
                    <a:pt x="3089340" y="41477"/>
                  </a:cubicBezTo>
                  <a:cubicBezTo>
                    <a:pt x="3086799" y="32734"/>
                    <a:pt x="3085529" y="23668"/>
                    <a:pt x="3082990" y="14925"/>
                  </a:cubicBezTo>
                  <a:cubicBezTo>
                    <a:pt x="3082990" y="12335"/>
                    <a:pt x="3081719" y="9745"/>
                    <a:pt x="3080449" y="5644"/>
                  </a:cubicBezTo>
                  <a:cubicBezTo>
                    <a:pt x="3070290" y="3104"/>
                    <a:pt x="3061399" y="1834"/>
                    <a:pt x="3051240" y="564"/>
                  </a:cubicBezTo>
                  <a:cubicBezTo>
                    <a:pt x="3043619" y="-706"/>
                    <a:pt x="3035999" y="564"/>
                    <a:pt x="3029649" y="564"/>
                  </a:cubicBezTo>
                  <a:lnTo>
                    <a:pt x="7776" y="5644"/>
                  </a:lnTo>
                  <a:lnTo>
                    <a:pt x="618" y="473663"/>
                  </a:lnTo>
                  <a:close/>
                </a:path>
              </a:pathLst>
            </a:custGeom>
            <a:solidFill>
              <a:srgbClr val="AABCEE"/>
            </a:solidFill>
          </p:spPr>
          <p:txBody>
            <a:bodyPr/>
            <a:lstStyle/>
            <a:p>
              <a:endParaRPr lang="en-AU"/>
            </a:p>
          </p:txBody>
        </p:sp>
        <p:sp>
          <p:nvSpPr>
            <p:cNvPr id="40" name="Freeform 34">
              <a:extLst>
                <a:ext uri="{FF2B5EF4-FFF2-40B4-BE49-F238E27FC236}">
                  <a16:creationId xmlns:a16="http://schemas.microsoft.com/office/drawing/2014/main" id="{0DF18875-92EE-587B-53FC-3FCE20C0C3DD}"/>
                </a:ext>
              </a:extLst>
            </p:cNvPr>
            <p:cNvSpPr/>
            <p:nvPr/>
          </p:nvSpPr>
          <p:spPr>
            <a:xfrm>
              <a:off x="11430" y="16510"/>
              <a:ext cx="3092532" cy="494689"/>
            </a:xfrm>
            <a:custGeom>
              <a:avLst/>
              <a:gdLst/>
              <a:ahLst/>
              <a:cxnLst/>
              <a:rect l="l" t="t" r="r" b="b"/>
              <a:pathLst>
                <a:path w="3092532" h="494689">
                  <a:moveTo>
                    <a:pt x="3092532" y="494689"/>
                  </a:moveTo>
                  <a:lnTo>
                    <a:pt x="0" y="487069"/>
                  </a:lnTo>
                  <a:lnTo>
                    <a:pt x="0" y="178917"/>
                  </a:lnTo>
                  <a:lnTo>
                    <a:pt x="7620" y="20320"/>
                  </a:lnTo>
                  <a:lnTo>
                    <a:pt x="1547456" y="0"/>
                  </a:lnTo>
                  <a:lnTo>
                    <a:pt x="3070942" y="8890"/>
                  </a:lnTo>
                  <a:close/>
                </a:path>
              </a:pathLst>
            </a:custGeom>
            <a:solidFill>
              <a:srgbClr val="C7D5FD"/>
            </a:solidFill>
          </p:spPr>
          <p:txBody>
            <a:bodyPr/>
            <a:lstStyle/>
            <a:p>
              <a:endParaRPr lang="en-AU" dirty="0"/>
            </a:p>
          </p:txBody>
        </p:sp>
        <p:sp>
          <p:nvSpPr>
            <p:cNvPr id="41" name="Freeform 35">
              <a:extLst>
                <a:ext uri="{FF2B5EF4-FFF2-40B4-BE49-F238E27FC236}">
                  <a16:creationId xmlns:a16="http://schemas.microsoft.com/office/drawing/2014/main" id="{9F61DEB1-D7C1-0EE4-DE87-CF7061715694}"/>
                </a:ext>
              </a:extLst>
            </p:cNvPr>
            <p:cNvSpPr/>
            <p:nvPr/>
          </p:nvSpPr>
          <p:spPr>
            <a:xfrm>
              <a:off x="-215" y="0"/>
              <a:ext cx="3116876" cy="520653"/>
            </a:xfrm>
            <a:custGeom>
              <a:avLst/>
              <a:gdLst/>
              <a:ahLst/>
              <a:cxnLst/>
              <a:rect l="l" t="t" r="r" b="b"/>
              <a:pathLst>
                <a:path w="3116876" h="520653">
                  <a:moveTo>
                    <a:pt x="3083856" y="21590"/>
                  </a:moveTo>
                  <a:cubicBezTo>
                    <a:pt x="3085127" y="34290"/>
                    <a:pt x="3085127" y="44450"/>
                    <a:pt x="3086396" y="52634"/>
                  </a:cubicBezTo>
                  <a:cubicBezTo>
                    <a:pt x="3088936" y="61377"/>
                    <a:pt x="3090206" y="70443"/>
                    <a:pt x="3092746" y="79185"/>
                  </a:cubicBezTo>
                  <a:cubicBezTo>
                    <a:pt x="3092746" y="91813"/>
                    <a:pt x="3105446" y="340811"/>
                    <a:pt x="3111796" y="353439"/>
                  </a:cubicBezTo>
                  <a:cubicBezTo>
                    <a:pt x="3118146" y="372542"/>
                    <a:pt x="3114336" y="391970"/>
                    <a:pt x="3114336" y="411074"/>
                  </a:cubicBezTo>
                  <a:cubicBezTo>
                    <a:pt x="3114336" y="427911"/>
                    <a:pt x="3115606" y="443453"/>
                    <a:pt x="3116877" y="460398"/>
                  </a:cubicBezTo>
                  <a:lnTo>
                    <a:pt x="3116877" y="520089"/>
                  </a:lnTo>
                  <a:cubicBezTo>
                    <a:pt x="3094016" y="520089"/>
                    <a:pt x="3073696" y="521358"/>
                    <a:pt x="3053377" y="520089"/>
                  </a:cubicBezTo>
                  <a:cubicBezTo>
                    <a:pt x="2900699" y="515008"/>
                    <a:pt x="2743145" y="521358"/>
                    <a:pt x="2587978" y="516279"/>
                  </a:cubicBezTo>
                  <a:cubicBezTo>
                    <a:pt x="2494878" y="512469"/>
                    <a:pt x="2404165" y="515008"/>
                    <a:pt x="2311065" y="512469"/>
                  </a:cubicBezTo>
                  <a:lnTo>
                    <a:pt x="2182157" y="508658"/>
                  </a:lnTo>
                  <a:cubicBezTo>
                    <a:pt x="2155898" y="508658"/>
                    <a:pt x="2132026" y="509929"/>
                    <a:pt x="2105767" y="509929"/>
                  </a:cubicBezTo>
                  <a:cubicBezTo>
                    <a:pt x="2038925" y="508658"/>
                    <a:pt x="1855112" y="509929"/>
                    <a:pt x="1788271" y="508658"/>
                  </a:cubicBezTo>
                  <a:cubicBezTo>
                    <a:pt x="1740527" y="507389"/>
                    <a:pt x="785654" y="516279"/>
                    <a:pt x="737910" y="515008"/>
                  </a:cubicBezTo>
                  <a:cubicBezTo>
                    <a:pt x="725974" y="515008"/>
                    <a:pt x="711651" y="516279"/>
                    <a:pt x="699715" y="516279"/>
                  </a:cubicBezTo>
                  <a:cubicBezTo>
                    <a:pt x="671069" y="516279"/>
                    <a:pt x="644810" y="517548"/>
                    <a:pt x="616163" y="517548"/>
                  </a:cubicBezTo>
                  <a:cubicBezTo>
                    <a:pt x="544548" y="517548"/>
                    <a:pt x="475319" y="516279"/>
                    <a:pt x="403704" y="515008"/>
                  </a:cubicBezTo>
                  <a:cubicBezTo>
                    <a:pt x="360735" y="513739"/>
                    <a:pt x="317765" y="512469"/>
                    <a:pt x="277183" y="511198"/>
                  </a:cubicBezTo>
                  <a:cubicBezTo>
                    <a:pt x="200793" y="509929"/>
                    <a:pt x="124403" y="508658"/>
                    <a:pt x="45626" y="508658"/>
                  </a:cubicBezTo>
                  <a:cubicBezTo>
                    <a:pt x="34505" y="508658"/>
                    <a:pt x="25615" y="508658"/>
                    <a:pt x="15455" y="507389"/>
                  </a:cubicBezTo>
                  <a:cubicBezTo>
                    <a:pt x="6565" y="506119"/>
                    <a:pt x="1485" y="499769"/>
                    <a:pt x="4025" y="490879"/>
                  </a:cubicBezTo>
                  <a:cubicBezTo>
                    <a:pt x="12915" y="459643"/>
                    <a:pt x="9105" y="451548"/>
                    <a:pt x="7835" y="443129"/>
                  </a:cubicBezTo>
                  <a:cubicBezTo>
                    <a:pt x="6565" y="425968"/>
                    <a:pt x="2755" y="409131"/>
                    <a:pt x="4025" y="391970"/>
                  </a:cubicBezTo>
                  <a:cubicBezTo>
                    <a:pt x="1485" y="370600"/>
                    <a:pt x="-3595" y="106060"/>
                    <a:pt x="4025" y="84366"/>
                  </a:cubicBezTo>
                  <a:cubicBezTo>
                    <a:pt x="5295" y="80157"/>
                    <a:pt x="4025" y="75623"/>
                    <a:pt x="5295" y="71414"/>
                  </a:cubicBezTo>
                  <a:cubicBezTo>
                    <a:pt x="6565" y="64615"/>
                    <a:pt x="9105" y="57167"/>
                    <a:pt x="10375" y="44450"/>
                  </a:cubicBezTo>
                  <a:cubicBezTo>
                    <a:pt x="10375" y="41910"/>
                    <a:pt x="11645" y="39370"/>
                    <a:pt x="12915" y="38100"/>
                  </a:cubicBezTo>
                  <a:cubicBezTo>
                    <a:pt x="34505" y="35560"/>
                    <a:pt x="64724" y="30480"/>
                    <a:pt x="102919" y="29210"/>
                  </a:cubicBezTo>
                  <a:cubicBezTo>
                    <a:pt x="167373" y="25400"/>
                    <a:pt x="231827" y="22860"/>
                    <a:pt x="298668" y="20320"/>
                  </a:cubicBezTo>
                  <a:cubicBezTo>
                    <a:pt x="344024" y="17780"/>
                    <a:pt x="389381" y="16510"/>
                    <a:pt x="432350" y="13970"/>
                  </a:cubicBezTo>
                  <a:cubicBezTo>
                    <a:pt x="475320" y="11430"/>
                    <a:pt x="520676" y="8890"/>
                    <a:pt x="563645" y="8890"/>
                  </a:cubicBezTo>
                  <a:cubicBezTo>
                    <a:pt x="611389" y="7620"/>
                    <a:pt x="659133" y="10160"/>
                    <a:pt x="706876" y="8890"/>
                  </a:cubicBezTo>
                  <a:cubicBezTo>
                    <a:pt x="766556" y="8890"/>
                    <a:pt x="1847951" y="6350"/>
                    <a:pt x="1907630" y="5080"/>
                  </a:cubicBezTo>
                  <a:cubicBezTo>
                    <a:pt x="1964923" y="3810"/>
                    <a:pt x="2022215" y="2540"/>
                    <a:pt x="2081895" y="2540"/>
                  </a:cubicBezTo>
                  <a:cubicBezTo>
                    <a:pt x="2179769" y="1270"/>
                    <a:pt x="2275257" y="0"/>
                    <a:pt x="2373131" y="0"/>
                  </a:cubicBezTo>
                  <a:cubicBezTo>
                    <a:pt x="2413714" y="0"/>
                    <a:pt x="2456683" y="2540"/>
                    <a:pt x="2497265" y="2540"/>
                  </a:cubicBezTo>
                  <a:cubicBezTo>
                    <a:pt x="2609463" y="3810"/>
                    <a:pt x="2724047" y="5080"/>
                    <a:pt x="2836245" y="7620"/>
                  </a:cubicBezTo>
                  <a:cubicBezTo>
                    <a:pt x="2895925" y="8890"/>
                    <a:pt x="2955604" y="12700"/>
                    <a:pt x="3015284" y="16510"/>
                  </a:cubicBezTo>
                  <a:lnTo>
                    <a:pt x="3053377" y="16510"/>
                  </a:lnTo>
                  <a:cubicBezTo>
                    <a:pt x="3064806" y="17780"/>
                    <a:pt x="3073696" y="20320"/>
                    <a:pt x="3083856" y="21590"/>
                  </a:cubicBezTo>
                  <a:close/>
                  <a:moveTo>
                    <a:pt x="3094016" y="503579"/>
                  </a:moveTo>
                  <a:cubicBezTo>
                    <a:pt x="3095286" y="487069"/>
                    <a:pt x="3096556" y="474369"/>
                    <a:pt x="3096556" y="461669"/>
                  </a:cubicBezTo>
                  <a:cubicBezTo>
                    <a:pt x="3095286" y="441834"/>
                    <a:pt x="3094016" y="424673"/>
                    <a:pt x="3094016" y="406217"/>
                  </a:cubicBezTo>
                  <a:cubicBezTo>
                    <a:pt x="3094016" y="397798"/>
                    <a:pt x="3096556" y="389380"/>
                    <a:pt x="3095286" y="380961"/>
                  </a:cubicBezTo>
                  <a:cubicBezTo>
                    <a:pt x="3095286" y="373190"/>
                    <a:pt x="3094016" y="365095"/>
                    <a:pt x="3092746" y="357324"/>
                  </a:cubicBezTo>
                  <a:cubicBezTo>
                    <a:pt x="3087666" y="345344"/>
                    <a:pt x="3076236" y="97318"/>
                    <a:pt x="3076236" y="85337"/>
                  </a:cubicBezTo>
                  <a:cubicBezTo>
                    <a:pt x="3073696" y="75300"/>
                    <a:pt x="3071156" y="64938"/>
                    <a:pt x="3068616" y="54901"/>
                  </a:cubicBezTo>
                  <a:cubicBezTo>
                    <a:pt x="3067346" y="44450"/>
                    <a:pt x="3066077" y="43180"/>
                    <a:pt x="3048705" y="41910"/>
                  </a:cubicBezTo>
                  <a:cubicBezTo>
                    <a:pt x="3041543" y="41910"/>
                    <a:pt x="3036769" y="41910"/>
                    <a:pt x="3029607" y="40640"/>
                  </a:cubicBezTo>
                  <a:cubicBezTo>
                    <a:pt x="2969928" y="36830"/>
                    <a:pt x="2907861" y="31750"/>
                    <a:pt x="2848181" y="30480"/>
                  </a:cubicBezTo>
                  <a:cubicBezTo>
                    <a:pt x="2702563" y="26670"/>
                    <a:pt x="2554557" y="25400"/>
                    <a:pt x="2408939" y="22860"/>
                  </a:cubicBezTo>
                  <a:lnTo>
                    <a:pt x="2237062" y="22860"/>
                  </a:lnTo>
                  <a:cubicBezTo>
                    <a:pt x="2160672" y="22860"/>
                    <a:pt x="2084282" y="22860"/>
                    <a:pt x="2010279" y="24130"/>
                  </a:cubicBezTo>
                  <a:cubicBezTo>
                    <a:pt x="1945825" y="25400"/>
                    <a:pt x="859656" y="29210"/>
                    <a:pt x="795202" y="29210"/>
                  </a:cubicBezTo>
                  <a:cubicBezTo>
                    <a:pt x="690166" y="29210"/>
                    <a:pt x="585130" y="26670"/>
                    <a:pt x="480094" y="33020"/>
                  </a:cubicBezTo>
                  <a:cubicBezTo>
                    <a:pt x="425189" y="36830"/>
                    <a:pt x="372671" y="36830"/>
                    <a:pt x="320152" y="38100"/>
                  </a:cubicBezTo>
                  <a:cubicBezTo>
                    <a:pt x="229440" y="41910"/>
                    <a:pt x="138726" y="45720"/>
                    <a:pt x="48013" y="50800"/>
                  </a:cubicBezTo>
                  <a:cubicBezTo>
                    <a:pt x="33235" y="50800"/>
                    <a:pt x="30695" y="52310"/>
                    <a:pt x="29425" y="56196"/>
                  </a:cubicBezTo>
                  <a:cubicBezTo>
                    <a:pt x="28155" y="62024"/>
                    <a:pt x="28155" y="67852"/>
                    <a:pt x="26885" y="73681"/>
                  </a:cubicBezTo>
                  <a:cubicBezTo>
                    <a:pt x="25615" y="83395"/>
                    <a:pt x="23075" y="92785"/>
                    <a:pt x="21805" y="102498"/>
                  </a:cubicBezTo>
                  <a:cubicBezTo>
                    <a:pt x="16725" y="112860"/>
                    <a:pt x="23075" y="366067"/>
                    <a:pt x="25615" y="376428"/>
                  </a:cubicBezTo>
                  <a:cubicBezTo>
                    <a:pt x="25615" y="387437"/>
                    <a:pt x="25615" y="398770"/>
                    <a:pt x="26885" y="409779"/>
                  </a:cubicBezTo>
                  <a:cubicBezTo>
                    <a:pt x="26885" y="417874"/>
                    <a:pt x="29425" y="425968"/>
                    <a:pt x="29425" y="434063"/>
                  </a:cubicBezTo>
                  <a:cubicBezTo>
                    <a:pt x="29425" y="442806"/>
                    <a:pt x="29425" y="451548"/>
                    <a:pt x="28155" y="461669"/>
                  </a:cubicBezTo>
                  <a:lnTo>
                    <a:pt x="28155" y="471829"/>
                  </a:lnTo>
                  <a:cubicBezTo>
                    <a:pt x="28155" y="481989"/>
                    <a:pt x="31965" y="485799"/>
                    <a:pt x="40855" y="485799"/>
                  </a:cubicBezTo>
                  <a:cubicBezTo>
                    <a:pt x="69498" y="485799"/>
                    <a:pt x="102919" y="487069"/>
                    <a:pt x="133952" y="487069"/>
                  </a:cubicBezTo>
                  <a:cubicBezTo>
                    <a:pt x="179309" y="487069"/>
                    <a:pt x="227052" y="484529"/>
                    <a:pt x="272409" y="487069"/>
                  </a:cubicBezTo>
                  <a:cubicBezTo>
                    <a:pt x="346412" y="490879"/>
                    <a:pt x="420414" y="493419"/>
                    <a:pt x="494417" y="492149"/>
                  </a:cubicBezTo>
                  <a:cubicBezTo>
                    <a:pt x="542161" y="490879"/>
                    <a:pt x="587517" y="493419"/>
                    <a:pt x="635261" y="493419"/>
                  </a:cubicBezTo>
                  <a:cubicBezTo>
                    <a:pt x="704489" y="493419"/>
                    <a:pt x="773718" y="492149"/>
                    <a:pt x="842946" y="493419"/>
                  </a:cubicBezTo>
                  <a:cubicBezTo>
                    <a:pt x="945595" y="494689"/>
                    <a:pt x="2072346" y="484529"/>
                    <a:pt x="2177382" y="487069"/>
                  </a:cubicBezTo>
                  <a:cubicBezTo>
                    <a:pt x="2222739" y="488339"/>
                    <a:pt x="2268095" y="489609"/>
                    <a:pt x="2311065" y="489609"/>
                  </a:cubicBezTo>
                  <a:cubicBezTo>
                    <a:pt x="2389842" y="492149"/>
                    <a:pt x="2466232" y="488339"/>
                    <a:pt x="2545009" y="492149"/>
                  </a:cubicBezTo>
                  <a:cubicBezTo>
                    <a:pt x="2609463" y="494689"/>
                    <a:pt x="2673917" y="494689"/>
                    <a:pt x="2738371" y="497229"/>
                  </a:cubicBezTo>
                  <a:cubicBezTo>
                    <a:pt x="2833858" y="501039"/>
                    <a:pt x="2929345" y="503579"/>
                    <a:pt x="3024833" y="504849"/>
                  </a:cubicBezTo>
                  <a:cubicBezTo>
                    <a:pt x="3055916" y="504849"/>
                    <a:pt x="3073696" y="503579"/>
                    <a:pt x="3094016" y="503579"/>
                  </a:cubicBezTo>
                  <a:close/>
                </a:path>
              </a:pathLst>
            </a:custGeom>
            <a:solidFill>
              <a:srgbClr val="2A2B39"/>
            </a:solid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46" name="Group 40">
            <a:extLst>
              <a:ext uri="{FF2B5EF4-FFF2-40B4-BE49-F238E27FC236}">
                <a16:creationId xmlns:a16="http://schemas.microsoft.com/office/drawing/2014/main" id="{80B1F429-D353-B09F-B261-6694387AEBE7}"/>
              </a:ext>
            </a:extLst>
          </p:cNvPr>
          <p:cNvGrpSpPr/>
          <p:nvPr/>
        </p:nvGrpSpPr>
        <p:grpSpPr>
          <a:xfrm>
            <a:off x="4257509" y="1230395"/>
            <a:ext cx="403809" cy="322731"/>
            <a:chOff x="0" y="0"/>
            <a:chExt cx="812800" cy="812800"/>
          </a:xfrm>
        </p:grpSpPr>
        <p:sp>
          <p:nvSpPr>
            <p:cNvPr id="47" name="Freeform 41">
              <a:extLst>
                <a:ext uri="{FF2B5EF4-FFF2-40B4-BE49-F238E27FC236}">
                  <a16:creationId xmlns:a16="http://schemas.microsoft.com/office/drawing/2014/main" id="{BB90E04B-26EB-08AB-5A46-098857777EEC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AAD175"/>
            </a:solidFill>
            <a:ln w="28575" cap="sq">
              <a:solidFill>
                <a:srgbClr val="2A2B39"/>
              </a:solidFill>
              <a:prstDash val="solid"/>
              <a:miter/>
            </a:ln>
          </p:spPr>
          <p:txBody>
            <a:bodyPr/>
            <a:lstStyle/>
            <a:p>
              <a:r>
                <a:rPr lang="en-US" spc="137" dirty="0">
                  <a:solidFill>
                    <a:srgbClr val="2A2B39"/>
                  </a:solidFill>
                  <a:latin typeface="Ballpoint"/>
                  <a:ea typeface="Ballpoint"/>
                  <a:cs typeface="Ballpoint"/>
                  <a:sym typeface="Ballpoint"/>
                </a:rPr>
                <a:t>1</a:t>
              </a:r>
            </a:p>
            <a:p>
              <a:endParaRPr lang="en-AU" dirty="0"/>
            </a:p>
          </p:txBody>
        </p:sp>
        <p:sp>
          <p:nvSpPr>
            <p:cNvPr id="48" name="TextBox 42">
              <a:extLst>
                <a:ext uri="{FF2B5EF4-FFF2-40B4-BE49-F238E27FC236}">
                  <a16:creationId xmlns:a16="http://schemas.microsoft.com/office/drawing/2014/main" id="{5E617642-B3EC-3017-BCC1-F63B8732E47D}"/>
                </a:ext>
              </a:extLst>
            </p:cNvPr>
            <p:cNvSpPr txBox="1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lIns="52289" tIns="52289" rIns="52289" bIns="52289" rtlCol="0" anchor="ctr"/>
            <a:lstStyle/>
            <a:p>
              <a:pPr algn="ctr">
                <a:lnSpc>
                  <a:spcPts val="771"/>
                </a:lnSpc>
              </a:pPr>
              <a:endParaRPr/>
            </a:p>
          </p:txBody>
        </p:sp>
      </p:grpSp>
      <p:sp>
        <p:nvSpPr>
          <p:cNvPr id="49" name="TextBox 43">
            <a:extLst>
              <a:ext uri="{FF2B5EF4-FFF2-40B4-BE49-F238E27FC236}">
                <a16:creationId xmlns:a16="http://schemas.microsoft.com/office/drawing/2014/main" id="{4E0BAF8A-1EF1-ABA0-3B2D-47944DF92F3C}"/>
              </a:ext>
            </a:extLst>
          </p:cNvPr>
          <p:cNvSpPr txBox="1"/>
          <p:nvPr/>
        </p:nvSpPr>
        <p:spPr>
          <a:xfrm>
            <a:off x="3988607" y="645357"/>
            <a:ext cx="261393" cy="3462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699"/>
              </a:lnSpc>
            </a:pPr>
            <a:endParaRPr lang="en-US" sz="2755" spc="137" dirty="0">
              <a:solidFill>
                <a:srgbClr val="2A2B39"/>
              </a:solidFill>
              <a:latin typeface="Ballpoint"/>
              <a:ea typeface="Ballpoint"/>
              <a:cs typeface="Ballpoint"/>
              <a:sym typeface="Ballpoint"/>
            </a:endParaRPr>
          </a:p>
        </p:txBody>
      </p:sp>
      <p:grpSp>
        <p:nvGrpSpPr>
          <p:cNvPr id="50" name="Group 44">
            <a:extLst>
              <a:ext uri="{FF2B5EF4-FFF2-40B4-BE49-F238E27FC236}">
                <a16:creationId xmlns:a16="http://schemas.microsoft.com/office/drawing/2014/main" id="{8B59FD19-A204-0746-2E03-E353DE027F54}"/>
              </a:ext>
            </a:extLst>
          </p:cNvPr>
          <p:cNvGrpSpPr/>
          <p:nvPr/>
        </p:nvGrpSpPr>
        <p:grpSpPr>
          <a:xfrm>
            <a:off x="4219652" y="2714626"/>
            <a:ext cx="403809" cy="322731"/>
            <a:chOff x="0" y="0"/>
            <a:chExt cx="812800" cy="812800"/>
          </a:xfrm>
        </p:grpSpPr>
        <p:sp>
          <p:nvSpPr>
            <p:cNvPr id="51" name="Freeform 45">
              <a:extLst>
                <a:ext uri="{FF2B5EF4-FFF2-40B4-BE49-F238E27FC236}">
                  <a16:creationId xmlns:a16="http://schemas.microsoft.com/office/drawing/2014/main" id="{ECEBD225-E7A4-4D69-0D75-3D9D00177F9E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AADF"/>
            </a:solidFill>
            <a:ln w="28575" cap="sq">
              <a:solidFill>
                <a:srgbClr val="2A2B39"/>
              </a:solidFill>
              <a:prstDash val="solid"/>
              <a:miter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52" name="TextBox 46">
              <a:extLst>
                <a:ext uri="{FF2B5EF4-FFF2-40B4-BE49-F238E27FC236}">
                  <a16:creationId xmlns:a16="http://schemas.microsoft.com/office/drawing/2014/main" id="{CAD72DB9-DAE3-840D-8623-9D29097238FB}"/>
                </a:ext>
              </a:extLst>
            </p:cNvPr>
            <p:cNvSpPr txBox="1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lIns="52289" tIns="52289" rIns="52289" bIns="52289" rtlCol="0" anchor="ctr"/>
            <a:lstStyle/>
            <a:p>
              <a:pPr algn="ctr">
                <a:lnSpc>
                  <a:spcPts val="771"/>
                </a:lnSpc>
              </a:pPr>
              <a:endParaRPr/>
            </a:p>
          </p:txBody>
        </p:sp>
      </p:grpSp>
      <p:sp>
        <p:nvSpPr>
          <p:cNvPr id="53" name="TextBox 47">
            <a:extLst>
              <a:ext uri="{FF2B5EF4-FFF2-40B4-BE49-F238E27FC236}">
                <a16:creationId xmlns:a16="http://schemas.microsoft.com/office/drawing/2014/main" id="{BF27BA1A-34B7-4A39-2CAB-783B2861B75C}"/>
              </a:ext>
            </a:extLst>
          </p:cNvPr>
          <p:cNvSpPr txBox="1"/>
          <p:nvPr/>
        </p:nvSpPr>
        <p:spPr>
          <a:xfrm>
            <a:off x="4273201" y="2732218"/>
            <a:ext cx="261393" cy="3462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699"/>
              </a:lnSpc>
            </a:pPr>
            <a:r>
              <a:rPr lang="en-US" sz="2755" spc="137" dirty="0">
                <a:solidFill>
                  <a:srgbClr val="2A2B39"/>
                </a:solidFill>
                <a:latin typeface="Ballpoint"/>
                <a:ea typeface="Ballpoint"/>
                <a:cs typeface="Ballpoint"/>
                <a:sym typeface="Ballpoint"/>
              </a:rPr>
              <a:t>2</a:t>
            </a:r>
          </a:p>
        </p:txBody>
      </p:sp>
      <p:grpSp>
        <p:nvGrpSpPr>
          <p:cNvPr id="54" name="Group 48">
            <a:extLst>
              <a:ext uri="{FF2B5EF4-FFF2-40B4-BE49-F238E27FC236}">
                <a16:creationId xmlns:a16="http://schemas.microsoft.com/office/drawing/2014/main" id="{3732D110-AFE6-DC7D-ED38-7A61E096256F}"/>
              </a:ext>
            </a:extLst>
          </p:cNvPr>
          <p:cNvGrpSpPr/>
          <p:nvPr/>
        </p:nvGrpSpPr>
        <p:grpSpPr>
          <a:xfrm>
            <a:off x="4229451" y="4605069"/>
            <a:ext cx="403809" cy="322731"/>
            <a:chOff x="0" y="0"/>
            <a:chExt cx="812800" cy="812800"/>
          </a:xfrm>
        </p:grpSpPr>
        <p:sp>
          <p:nvSpPr>
            <p:cNvPr id="55" name="Freeform 49">
              <a:extLst>
                <a:ext uri="{FF2B5EF4-FFF2-40B4-BE49-F238E27FC236}">
                  <a16:creationId xmlns:a16="http://schemas.microsoft.com/office/drawing/2014/main" id="{13ED1E4A-251B-8F37-A703-304D5EB5CD43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AABCEE"/>
            </a:solidFill>
            <a:ln w="28575" cap="sq">
              <a:solidFill>
                <a:srgbClr val="2A2B39"/>
              </a:solidFill>
              <a:prstDash val="solid"/>
              <a:miter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56" name="TextBox 50">
              <a:extLst>
                <a:ext uri="{FF2B5EF4-FFF2-40B4-BE49-F238E27FC236}">
                  <a16:creationId xmlns:a16="http://schemas.microsoft.com/office/drawing/2014/main" id="{84E9744F-C037-1435-3E72-A685C54372BC}"/>
                </a:ext>
              </a:extLst>
            </p:cNvPr>
            <p:cNvSpPr txBox="1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lIns="52289" tIns="52289" rIns="52289" bIns="52289" rtlCol="0" anchor="ctr"/>
            <a:lstStyle/>
            <a:p>
              <a:pPr algn="ctr">
                <a:lnSpc>
                  <a:spcPts val="771"/>
                </a:lnSpc>
              </a:pPr>
              <a:endParaRPr/>
            </a:p>
          </p:txBody>
        </p:sp>
      </p:grpSp>
      <p:sp>
        <p:nvSpPr>
          <p:cNvPr id="57" name="TextBox 51">
            <a:extLst>
              <a:ext uri="{FF2B5EF4-FFF2-40B4-BE49-F238E27FC236}">
                <a16:creationId xmlns:a16="http://schemas.microsoft.com/office/drawing/2014/main" id="{F5FB2335-7345-D2DE-3931-4D7CA8976E9B}"/>
              </a:ext>
            </a:extLst>
          </p:cNvPr>
          <p:cNvSpPr txBox="1"/>
          <p:nvPr/>
        </p:nvSpPr>
        <p:spPr>
          <a:xfrm>
            <a:off x="4298161" y="4629851"/>
            <a:ext cx="261393" cy="3462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699"/>
              </a:lnSpc>
            </a:pPr>
            <a:r>
              <a:rPr lang="en-US" sz="2755" spc="137" dirty="0">
                <a:solidFill>
                  <a:srgbClr val="2A2B39"/>
                </a:solidFill>
                <a:latin typeface="Ballpoint"/>
                <a:ea typeface="Ballpoint"/>
                <a:cs typeface="Ballpoint"/>
                <a:sym typeface="Ballpoint"/>
              </a:rPr>
              <a:t>3</a:t>
            </a:r>
          </a:p>
        </p:txBody>
      </p:sp>
      <p:sp>
        <p:nvSpPr>
          <p:cNvPr id="63" name="TextBox 57">
            <a:extLst>
              <a:ext uri="{FF2B5EF4-FFF2-40B4-BE49-F238E27FC236}">
                <a16:creationId xmlns:a16="http://schemas.microsoft.com/office/drawing/2014/main" id="{2B3ED278-1650-E164-114B-B035F0429B0E}"/>
              </a:ext>
            </a:extLst>
          </p:cNvPr>
          <p:cNvSpPr txBox="1"/>
          <p:nvPr/>
        </p:nvSpPr>
        <p:spPr>
          <a:xfrm>
            <a:off x="4298161" y="3175604"/>
            <a:ext cx="2785612" cy="101566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AU" sz="1100" b="1" dirty="0"/>
              <a:t>Python-based backend</a:t>
            </a:r>
            <a:r>
              <a:rPr lang="en-AU" sz="1100" dirty="0"/>
              <a:t> that connects the frontend, database and AI prediction module. It handles user authentication, role-based access, victim check-ins, case management, counsellor assignments and distress alerts through secure APIs.</a:t>
            </a:r>
            <a:endParaRPr lang="en-US" sz="1095" dirty="0">
              <a:solidFill>
                <a:srgbClr val="2A2B39"/>
              </a:solidFill>
              <a:latin typeface="Aristotelica Pro"/>
              <a:ea typeface="Aristotelica Pro"/>
              <a:cs typeface="Aristotelica Pro"/>
              <a:sym typeface="Aristotelica Pro"/>
            </a:endParaRPr>
          </a:p>
        </p:txBody>
      </p:sp>
      <p:sp>
        <p:nvSpPr>
          <p:cNvPr id="17408" name="TextBox 58">
            <a:extLst>
              <a:ext uri="{FF2B5EF4-FFF2-40B4-BE49-F238E27FC236}">
                <a16:creationId xmlns:a16="http://schemas.microsoft.com/office/drawing/2014/main" id="{F10F4CE8-0F11-6B9D-9E19-B3464EB77F42}"/>
              </a:ext>
            </a:extLst>
          </p:cNvPr>
          <p:cNvSpPr txBox="1"/>
          <p:nvPr/>
        </p:nvSpPr>
        <p:spPr>
          <a:xfrm>
            <a:off x="4862001" y="1126058"/>
            <a:ext cx="2007695" cy="41806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845"/>
              </a:lnSpc>
            </a:pPr>
            <a:r>
              <a:rPr lang="en-US" dirty="0">
                <a:solidFill>
                  <a:srgbClr val="2A2B39"/>
                </a:solidFill>
                <a:latin typeface="Ballpoint"/>
                <a:ea typeface="Ballpoint"/>
                <a:cs typeface="Ballpoint"/>
                <a:sym typeface="Ballpoint"/>
              </a:rPr>
              <a:t>Frontend</a:t>
            </a:r>
          </a:p>
        </p:txBody>
      </p:sp>
      <p:sp>
        <p:nvSpPr>
          <p:cNvPr id="17411" name="TextBox 59">
            <a:extLst>
              <a:ext uri="{FF2B5EF4-FFF2-40B4-BE49-F238E27FC236}">
                <a16:creationId xmlns:a16="http://schemas.microsoft.com/office/drawing/2014/main" id="{6E5FF90F-F92D-E495-1054-35709CDC0BDA}"/>
              </a:ext>
            </a:extLst>
          </p:cNvPr>
          <p:cNvSpPr txBox="1"/>
          <p:nvPr/>
        </p:nvSpPr>
        <p:spPr>
          <a:xfrm>
            <a:off x="4832854" y="2594762"/>
            <a:ext cx="2007695" cy="41806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845"/>
              </a:lnSpc>
            </a:pPr>
            <a:r>
              <a:rPr lang="en-US" dirty="0">
                <a:solidFill>
                  <a:srgbClr val="2A2B39"/>
                </a:solidFill>
                <a:latin typeface="Ballpoint"/>
                <a:ea typeface="Ballpoint"/>
                <a:cs typeface="Ballpoint"/>
                <a:sym typeface="Ballpoint"/>
              </a:rPr>
              <a:t>Backend</a:t>
            </a:r>
          </a:p>
        </p:txBody>
      </p:sp>
      <p:sp>
        <p:nvSpPr>
          <p:cNvPr id="17412" name="TextBox 60">
            <a:extLst>
              <a:ext uri="{FF2B5EF4-FFF2-40B4-BE49-F238E27FC236}">
                <a16:creationId xmlns:a16="http://schemas.microsoft.com/office/drawing/2014/main" id="{9B983175-F01D-7CCA-0525-FF9D2C2D8C3A}"/>
              </a:ext>
            </a:extLst>
          </p:cNvPr>
          <p:cNvSpPr txBox="1"/>
          <p:nvPr/>
        </p:nvSpPr>
        <p:spPr>
          <a:xfrm>
            <a:off x="4286944" y="5144098"/>
            <a:ext cx="2785612" cy="101566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AU" sz="1100" b="1" dirty="0"/>
              <a:t>PostgreSQL relational database</a:t>
            </a:r>
            <a:r>
              <a:rPr lang="en-AU" sz="1100" dirty="0"/>
              <a:t> for securely storing user profiles, victim check-ins, case records, counsellor assignments, sessions and generated risk alerts. Structured relationships enable efficient retrieval and role-based access to sensitive information.</a:t>
            </a:r>
            <a:endParaRPr lang="en-US" sz="1095" dirty="0">
              <a:solidFill>
                <a:srgbClr val="2A2B39"/>
              </a:solidFill>
              <a:latin typeface="Aristotelica Pro"/>
              <a:ea typeface="Aristotelica Pro"/>
              <a:cs typeface="Aristotelica Pro"/>
              <a:sym typeface="Aristotelica Pro"/>
            </a:endParaRPr>
          </a:p>
        </p:txBody>
      </p:sp>
      <p:sp>
        <p:nvSpPr>
          <p:cNvPr id="17413" name="TextBox 61">
            <a:extLst>
              <a:ext uri="{FF2B5EF4-FFF2-40B4-BE49-F238E27FC236}">
                <a16:creationId xmlns:a16="http://schemas.microsoft.com/office/drawing/2014/main" id="{81A95036-EF66-9BE5-2807-19DDBECC152C}"/>
              </a:ext>
            </a:extLst>
          </p:cNvPr>
          <p:cNvSpPr txBox="1"/>
          <p:nvPr/>
        </p:nvSpPr>
        <p:spPr>
          <a:xfrm>
            <a:off x="4874296" y="4462238"/>
            <a:ext cx="2007695" cy="42389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845"/>
              </a:lnSpc>
            </a:pPr>
            <a:r>
              <a:rPr lang="en-US" sz="2000" dirty="0">
                <a:solidFill>
                  <a:srgbClr val="2A2B39"/>
                </a:solidFill>
                <a:latin typeface="Ballpoint"/>
                <a:ea typeface="Ballpoint"/>
                <a:cs typeface="Ballpoint"/>
                <a:sym typeface="Ballpoint"/>
              </a:rPr>
              <a:t>Database</a:t>
            </a:r>
          </a:p>
        </p:txBody>
      </p:sp>
      <p:sp>
        <p:nvSpPr>
          <p:cNvPr id="17416" name="Freeform 64">
            <a:extLst>
              <a:ext uri="{FF2B5EF4-FFF2-40B4-BE49-F238E27FC236}">
                <a16:creationId xmlns:a16="http://schemas.microsoft.com/office/drawing/2014/main" id="{EF85DB77-B15A-93AC-BE99-B3D5CB5EFD31}"/>
              </a:ext>
            </a:extLst>
          </p:cNvPr>
          <p:cNvSpPr/>
          <p:nvPr/>
        </p:nvSpPr>
        <p:spPr>
          <a:xfrm>
            <a:off x="1320465" y="5761301"/>
            <a:ext cx="1639151" cy="59548"/>
          </a:xfrm>
          <a:custGeom>
            <a:avLst/>
            <a:gdLst/>
            <a:ahLst/>
            <a:cxnLst/>
            <a:rect l="l" t="t" r="r" b="b"/>
            <a:pathLst>
              <a:path w="2709819" h="123174">
                <a:moveTo>
                  <a:pt x="0" y="0"/>
                </a:moveTo>
                <a:lnTo>
                  <a:pt x="2709820" y="0"/>
                </a:lnTo>
                <a:lnTo>
                  <a:pt x="2709820" y="123174"/>
                </a:lnTo>
                <a:lnTo>
                  <a:pt x="0" y="12317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AU"/>
          </a:p>
        </p:txBody>
      </p:sp>
      <p:sp>
        <p:nvSpPr>
          <p:cNvPr id="17418" name="TextBox 66">
            <a:extLst>
              <a:ext uri="{FF2B5EF4-FFF2-40B4-BE49-F238E27FC236}">
                <a16:creationId xmlns:a16="http://schemas.microsoft.com/office/drawing/2014/main" id="{D6BE835E-18DE-A98F-27C7-AE7D45F00FB8}"/>
              </a:ext>
            </a:extLst>
          </p:cNvPr>
          <p:cNvSpPr txBox="1"/>
          <p:nvPr/>
        </p:nvSpPr>
        <p:spPr>
          <a:xfrm>
            <a:off x="830877" y="3709837"/>
            <a:ext cx="1982237" cy="150810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AU" sz="1400" dirty="0"/>
              <a:t>A modular architecture connecting the user interface, backend services, database and AI engine for secure, real-time distress monitoring and intervention.</a:t>
            </a:r>
            <a:endParaRPr lang="en-US" sz="1234" dirty="0">
              <a:solidFill>
                <a:srgbClr val="2A2B39"/>
              </a:solidFill>
              <a:latin typeface="Aristotelica Pro"/>
              <a:ea typeface="Aristotelica Pro"/>
              <a:cs typeface="Aristotelica Pro"/>
              <a:sym typeface="Aristotelica Pro"/>
            </a:endParaRPr>
          </a:p>
        </p:txBody>
      </p:sp>
      <p:sp>
        <p:nvSpPr>
          <p:cNvPr id="17419" name="TextBox 67">
            <a:extLst>
              <a:ext uri="{FF2B5EF4-FFF2-40B4-BE49-F238E27FC236}">
                <a16:creationId xmlns:a16="http://schemas.microsoft.com/office/drawing/2014/main" id="{7585BE07-94B2-7E9D-D706-4A8528FBC42E}"/>
              </a:ext>
            </a:extLst>
          </p:cNvPr>
          <p:cNvSpPr txBox="1"/>
          <p:nvPr/>
        </p:nvSpPr>
        <p:spPr>
          <a:xfrm>
            <a:off x="680015" y="2629742"/>
            <a:ext cx="2283960" cy="98488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AU" sz="3200" b="1" dirty="0"/>
              <a:t>System Architecture</a:t>
            </a:r>
            <a:endParaRPr lang="en-US" sz="3200" b="1" dirty="0">
              <a:solidFill>
                <a:srgbClr val="2A2B39"/>
              </a:solidFill>
              <a:latin typeface="Ballpoint"/>
              <a:ea typeface="Ballpoint"/>
              <a:cs typeface="Ballpoint"/>
              <a:sym typeface="Ballpoint"/>
            </a:endParaRPr>
          </a:p>
        </p:txBody>
      </p:sp>
      <p:sp>
        <p:nvSpPr>
          <p:cNvPr id="17424" name="TextBox 17423">
            <a:extLst>
              <a:ext uri="{FF2B5EF4-FFF2-40B4-BE49-F238E27FC236}">
                <a16:creationId xmlns:a16="http://schemas.microsoft.com/office/drawing/2014/main" id="{A73BF0CD-6BF7-D1C0-A33D-683CC1AB0FBC}"/>
              </a:ext>
            </a:extLst>
          </p:cNvPr>
          <p:cNvSpPr txBox="1"/>
          <p:nvPr/>
        </p:nvSpPr>
        <p:spPr>
          <a:xfrm>
            <a:off x="4158491" y="1631751"/>
            <a:ext cx="38750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200" b="1" dirty="0"/>
              <a:t>React + TypeScript-based responsive web interface</a:t>
            </a:r>
          </a:p>
          <a:p>
            <a:r>
              <a:rPr lang="en-AU" sz="1200" dirty="0"/>
              <a:t> designed for three distinct user roles :</a:t>
            </a:r>
          </a:p>
          <a:p>
            <a:r>
              <a:rPr lang="en-AU" sz="1200" dirty="0"/>
              <a:t> </a:t>
            </a:r>
            <a:r>
              <a:rPr lang="en-AU" sz="1200" b="1" dirty="0"/>
              <a:t>Victim, Counsellor and Authority</a:t>
            </a:r>
            <a:endParaRPr lang="en-AU" sz="1200" dirty="0"/>
          </a:p>
        </p:txBody>
      </p:sp>
      <p:pic>
        <p:nvPicPr>
          <p:cNvPr id="17427" name="Picture 17426">
            <a:extLst>
              <a:ext uri="{FF2B5EF4-FFF2-40B4-BE49-F238E27FC236}">
                <a16:creationId xmlns:a16="http://schemas.microsoft.com/office/drawing/2014/main" id="{602FA665-15E1-B38C-7228-D94EBFCF4EB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99119" y="1600965"/>
            <a:ext cx="604073" cy="53894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17429" name="Picture 17428">
            <a:extLst>
              <a:ext uri="{FF2B5EF4-FFF2-40B4-BE49-F238E27FC236}">
                <a16:creationId xmlns:a16="http://schemas.microsoft.com/office/drawing/2014/main" id="{B1EF51BB-B977-D793-2B0E-35CC984C643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683360" y="1546000"/>
            <a:ext cx="604073" cy="604073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17431" name="Picture 17430">
            <a:extLst>
              <a:ext uri="{FF2B5EF4-FFF2-40B4-BE49-F238E27FC236}">
                <a16:creationId xmlns:a16="http://schemas.microsoft.com/office/drawing/2014/main" id="{D490BBE6-AC7A-DE30-AC6F-82356EB36D4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475826" y="1503642"/>
            <a:ext cx="748651" cy="748651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7433" name="Picture 17432">
            <a:extLst>
              <a:ext uri="{FF2B5EF4-FFF2-40B4-BE49-F238E27FC236}">
                <a16:creationId xmlns:a16="http://schemas.microsoft.com/office/drawing/2014/main" id="{BBF58832-CC39-1C56-3B4D-050C1E35E40B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799119" y="3176667"/>
            <a:ext cx="619557" cy="619557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17435" name="Picture 17434">
            <a:extLst>
              <a:ext uri="{FF2B5EF4-FFF2-40B4-BE49-F238E27FC236}">
                <a16:creationId xmlns:a16="http://schemas.microsoft.com/office/drawing/2014/main" id="{7D7E5C94-6CA3-D724-8458-0BEC1CD9B56B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683360" y="3155453"/>
            <a:ext cx="657195" cy="657195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17437" name="Picture 17436">
            <a:extLst>
              <a:ext uri="{FF2B5EF4-FFF2-40B4-BE49-F238E27FC236}">
                <a16:creationId xmlns:a16="http://schemas.microsoft.com/office/drawing/2014/main" id="{634A9B4C-C178-A5CF-BC3C-E5511814C710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533550" y="3237699"/>
            <a:ext cx="659454" cy="539847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17439" name="Picture 17438">
            <a:extLst>
              <a:ext uri="{FF2B5EF4-FFF2-40B4-BE49-F238E27FC236}">
                <a16:creationId xmlns:a16="http://schemas.microsoft.com/office/drawing/2014/main" id="{06366C9F-0A67-D481-F17F-248997728A85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815280" y="4792625"/>
            <a:ext cx="786913" cy="688137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17441" name="Picture 17440">
            <a:extLst>
              <a:ext uri="{FF2B5EF4-FFF2-40B4-BE49-F238E27FC236}">
                <a16:creationId xmlns:a16="http://schemas.microsoft.com/office/drawing/2014/main" id="{2A48E03B-9D5A-1FE1-1F3B-9B28BFC0D698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801445" y="4792632"/>
            <a:ext cx="1447046" cy="674846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7C4D2F8-5A16-858A-617F-4470831D1D5E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0" y="-9245"/>
            <a:ext cx="833120" cy="833120"/>
          </a:xfrm>
          <a:prstGeom prst="rect">
            <a:avLst/>
          </a:prstGeom>
        </p:spPr>
      </p:pic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DEFAA84A-0430-0E0B-6646-6257BE0D8A72}"/>
              </a:ext>
            </a:extLst>
          </p:cNvPr>
          <p:cNvSpPr/>
          <p:nvPr/>
        </p:nvSpPr>
        <p:spPr>
          <a:xfrm>
            <a:off x="496510" y="1129662"/>
            <a:ext cx="2620751" cy="1286476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400" b="1" dirty="0"/>
              <a:t>AI Engine — Multimodal behavioural analysis, personalised baseline modelling, deviation detection and explainable risk scoring.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grpSp>
        <p:nvGrpSpPr>
          <p:cNvPr id="17709" name="Group 3">
            <a:extLst>
              <a:ext uri="{FF2B5EF4-FFF2-40B4-BE49-F238E27FC236}">
                <a16:creationId xmlns:a16="http://schemas.microsoft.com/office/drawing/2014/main" id="{BD23BA85-7576-7439-E2AE-E9930BBF8C17}"/>
              </a:ext>
            </a:extLst>
          </p:cNvPr>
          <p:cNvGrpSpPr/>
          <p:nvPr/>
        </p:nvGrpSpPr>
        <p:grpSpPr>
          <a:xfrm>
            <a:off x="4643726" y="2699132"/>
            <a:ext cx="2801810" cy="1036395"/>
            <a:chOff x="0" y="0"/>
            <a:chExt cx="2805620" cy="1037804"/>
          </a:xfrm>
        </p:grpSpPr>
        <p:sp>
          <p:nvSpPr>
            <p:cNvPr id="17710" name="Freeform 4">
              <a:extLst>
                <a:ext uri="{FF2B5EF4-FFF2-40B4-BE49-F238E27FC236}">
                  <a16:creationId xmlns:a16="http://schemas.microsoft.com/office/drawing/2014/main" id="{AE8BEF00-E6A5-7033-8322-CFAFB419B460}"/>
                </a:ext>
              </a:extLst>
            </p:cNvPr>
            <p:cNvSpPr/>
            <p:nvPr/>
          </p:nvSpPr>
          <p:spPr>
            <a:xfrm>
              <a:off x="40014" y="45156"/>
              <a:ext cx="2765606" cy="991943"/>
            </a:xfrm>
            <a:custGeom>
              <a:avLst/>
              <a:gdLst/>
              <a:ahLst/>
              <a:cxnLst/>
              <a:rect l="l" t="t" r="r" b="b"/>
              <a:pathLst>
                <a:path w="2765606" h="991943">
                  <a:moveTo>
                    <a:pt x="626" y="962168"/>
                  </a:moveTo>
                  <a:cubicBezTo>
                    <a:pt x="-1914" y="971058"/>
                    <a:pt x="3166" y="977408"/>
                    <a:pt x="17826" y="978678"/>
                  </a:cubicBezTo>
                  <a:cubicBezTo>
                    <a:pt x="34714" y="979948"/>
                    <a:pt x="49491" y="979948"/>
                    <a:pt x="66379" y="979948"/>
                  </a:cubicBezTo>
                  <a:cubicBezTo>
                    <a:pt x="133932" y="981218"/>
                    <a:pt x="201484" y="981218"/>
                    <a:pt x="271148" y="982488"/>
                  </a:cubicBezTo>
                  <a:cubicBezTo>
                    <a:pt x="309146" y="983758"/>
                    <a:pt x="347144" y="985028"/>
                    <a:pt x="383031" y="986298"/>
                  </a:cubicBezTo>
                  <a:cubicBezTo>
                    <a:pt x="446362" y="987568"/>
                    <a:pt x="507581" y="987568"/>
                    <a:pt x="570912" y="988838"/>
                  </a:cubicBezTo>
                  <a:cubicBezTo>
                    <a:pt x="596244" y="988838"/>
                    <a:pt x="619465" y="988838"/>
                    <a:pt x="644797" y="987568"/>
                  </a:cubicBezTo>
                  <a:cubicBezTo>
                    <a:pt x="655352" y="987568"/>
                    <a:pt x="668019" y="986298"/>
                    <a:pt x="678574" y="986298"/>
                  </a:cubicBezTo>
                  <a:cubicBezTo>
                    <a:pt x="720794" y="987568"/>
                    <a:pt x="1565200" y="978678"/>
                    <a:pt x="1607421" y="979948"/>
                  </a:cubicBezTo>
                  <a:cubicBezTo>
                    <a:pt x="1666529" y="981218"/>
                    <a:pt x="1829077" y="981218"/>
                    <a:pt x="1888186" y="981218"/>
                  </a:cubicBezTo>
                  <a:cubicBezTo>
                    <a:pt x="1911407" y="981218"/>
                    <a:pt x="1932517" y="979948"/>
                    <a:pt x="1955738" y="979948"/>
                  </a:cubicBezTo>
                  <a:lnTo>
                    <a:pt x="2069733" y="983758"/>
                  </a:lnTo>
                  <a:cubicBezTo>
                    <a:pt x="2152063" y="986298"/>
                    <a:pt x="2232281" y="983758"/>
                    <a:pt x="2314611" y="987568"/>
                  </a:cubicBezTo>
                  <a:cubicBezTo>
                    <a:pt x="2451827" y="992648"/>
                    <a:pt x="2591154" y="986298"/>
                    <a:pt x="2702106" y="991378"/>
                  </a:cubicBezTo>
                  <a:cubicBezTo>
                    <a:pt x="2722426" y="992648"/>
                    <a:pt x="2742746" y="991378"/>
                    <a:pt x="2765606" y="991378"/>
                  </a:cubicBezTo>
                  <a:lnTo>
                    <a:pt x="2765606" y="931688"/>
                  </a:lnTo>
                  <a:cubicBezTo>
                    <a:pt x="2764336" y="882856"/>
                    <a:pt x="2763066" y="848699"/>
                    <a:pt x="2763066" y="812407"/>
                  </a:cubicBezTo>
                  <a:cubicBezTo>
                    <a:pt x="2763066" y="770422"/>
                    <a:pt x="2766876" y="727726"/>
                    <a:pt x="2760526" y="685741"/>
                  </a:cubicBezTo>
                  <a:cubicBezTo>
                    <a:pt x="2752906" y="657988"/>
                    <a:pt x="2741476" y="110760"/>
                    <a:pt x="2741476" y="83007"/>
                  </a:cubicBezTo>
                  <a:cubicBezTo>
                    <a:pt x="2738936" y="63794"/>
                    <a:pt x="2737666" y="43868"/>
                    <a:pt x="2735126" y="24655"/>
                  </a:cubicBezTo>
                  <a:cubicBezTo>
                    <a:pt x="2735126" y="18962"/>
                    <a:pt x="2733856" y="13269"/>
                    <a:pt x="2732586" y="5644"/>
                  </a:cubicBezTo>
                  <a:cubicBezTo>
                    <a:pt x="2722426" y="3104"/>
                    <a:pt x="2713536" y="1834"/>
                    <a:pt x="2703376" y="564"/>
                  </a:cubicBezTo>
                  <a:cubicBezTo>
                    <a:pt x="2695756" y="-706"/>
                    <a:pt x="2688136" y="564"/>
                    <a:pt x="2681786" y="564"/>
                  </a:cubicBezTo>
                  <a:lnTo>
                    <a:pt x="7271" y="5644"/>
                  </a:lnTo>
                  <a:lnTo>
                    <a:pt x="626" y="962168"/>
                  </a:lnTo>
                  <a:close/>
                </a:path>
              </a:pathLst>
            </a:custGeom>
            <a:solidFill>
              <a:srgbClr val="B0ECB1"/>
            </a:solidFill>
          </p:spPr>
          <p:txBody>
            <a:bodyPr/>
            <a:lstStyle/>
            <a:p>
              <a:endParaRPr lang="en-AU"/>
            </a:p>
          </p:txBody>
        </p:sp>
        <p:sp>
          <p:nvSpPr>
            <p:cNvPr id="17711" name="Freeform 5">
              <a:extLst>
                <a:ext uri="{FF2B5EF4-FFF2-40B4-BE49-F238E27FC236}">
                  <a16:creationId xmlns:a16="http://schemas.microsoft.com/office/drawing/2014/main" id="{AF27D722-213C-AF62-7AB8-D4D4384F8A44}"/>
                </a:ext>
              </a:extLst>
            </p:cNvPr>
            <p:cNvSpPr/>
            <p:nvPr/>
          </p:nvSpPr>
          <p:spPr>
            <a:xfrm>
              <a:off x="11430" y="16510"/>
              <a:ext cx="2744660" cy="983194"/>
            </a:xfrm>
            <a:custGeom>
              <a:avLst/>
              <a:gdLst/>
              <a:ahLst/>
              <a:cxnLst/>
              <a:rect l="l" t="t" r="r" b="b"/>
              <a:pathLst>
                <a:path w="2744660" h="983194">
                  <a:moveTo>
                    <a:pt x="2744660" y="983194"/>
                  </a:moveTo>
                  <a:lnTo>
                    <a:pt x="0" y="975574"/>
                  </a:lnTo>
                  <a:lnTo>
                    <a:pt x="0" y="350754"/>
                  </a:lnTo>
                  <a:lnTo>
                    <a:pt x="7620" y="20320"/>
                  </a:lnTo>
                  <a:lnTo>
                    <a:pt x="1372128" y="0"/>
                  </a:lnTo>
                  <a:lnTo>
                    <a:pt x="2723070" y="8890"/>
                  </a:lnTo>
                  <a:close/>
                </a:path>
              </a:pathLst>
            </a:custGeom>
            <a:solidFill>
              <a:srgbClr val="F8F8F8"/>
            </a:solidFill>
          </p:spPr>
          <p:txBody>
            <a:bodyPr/>
            <a:lstStyle/>
            <a:p>
              <a:endParaRPr lang="en-AU"/>
            </a:p>
          </p:txBody>
        </p:sp>
        <p:sp>
          <p:nvSpPr>
            <p:cNvPr id="17712" name="Freeform 6">
              <a:extLst>
                <a:ext uri="{FF2B5EF4-FFF2-40B4-BE49-F238E27FC236}">
                  <a16:creationId xmlns:a16="http://schemas.microsoft.com/office/drawing/2014/main" id="{9653FDC3-13D7-199B-6046-4C8725BFC4AC}"/>
                </a:ext>
              </a:extLst>
            </p:cNvPr>
            <p:cNvSpPr/>
            <p:nvPr/>
          </p:nvSpPr>
          <p:spPr>
            <a:xfrm>
              <a:off x="-215" y="0"/>
              <a:ext cx="2769005" cy="1009158"/>
            </a:xfrm>
            <a:custGeom>
              <a:avLst/>
              <a:gdLst/>
              <a:ahLst/>
              <a:cxnLst/>
              <a:rect l="l" t="t" r="r" b="b"/>
              <a:pathLst>
                <a:path w="2769005" h="1009158">
                  <a:moveTo>
                    <a:pt x="2735985" y="21590"/>
                  </a:moveTo>
                  <a:cubicBezTo>
                    <a:pt x="2737255" y="34290"/>
                    <a:pt x="2737255" y="44450"/>
                    <a:pt x="2738525" y="53444"/>
                  </a:cubicBezTo>
                  <a:cubicBezTo>
                    <a:pt x="2741065" y="72657"/>
                    <a:pt x="2742335" y="92583"/>
                    <a:pt x="2744875" y="111796"/>
                  </a:cubicBezTo>
                  <a:cubicBezTo>
                    <a:pt x="2744875" y="139549"/>
                    <a:pt x="2757575" y="686777"/>
                    <a:pt x="2763925" y="714529"/>
                  </a:cubicBezTo>
                  <a:cubicBezTo>
                    <a:pt x="2770275" y="756514"/>
                    <a:pt x="2766465" y="799211"/>
                    <a:pt x="2766465" y="841196"/>
                  </a:cubicBezTo>
                  <a:cubicBezTo>
                    <a:pt x="2766465" y="878200"/>
                    <a:pt x="2767735" y="912357"/>
                    <a:pt x="2769005" y="948904"/>
                  </a:cubicBezTo>
                  <a:lnTo>
                    <a:pt x="2769005" y="1008594"/>
                  </a:lnTo>
                  <a:cubicBezTo>
                    <a:pt x="2746145" y="1008594"/>
                    <a:pt x="2725825" y="1009864"/>
                    <a:pt x="2705505" y="1008594"/>
                  </a:cubicBezTo>
                  <a:cubicBezTo>
                    <a:pt x="2570163" y="1003514"/>
                    <a:pt x="2430836" y="1009864"/>
                    <a:pt x="2293620" y="1004784"/>
                  </a:cubicBezTo>
                  <a:cubicBezTo>
                    <a:pt x="2211291" y="1000974"/>
                    <a:pt x="2131072" y="1003514"/>
                    <a:pt x="2048742" y="1000974"/>
                  </a:cubicBezTo>
                  <a:lnTo>
                    <a:pt x="1934747" y="997164"/>
                  </a:lnTo>
                  <a:cubicBezTo>
                    <a:pt x="1911526" y="997164"/>
                    <a:pt x="1890416" y="998434"/>
                    <a:pt x="1867195" y="998434"/>
                  </a:cubicBezTo>
                  <a:cubicBezTo>
                    <a:pt x="1808087" y="997164"/>
                    <a:pt x="1645538" y="998434"/>
                    <a:pt x="1586430" y="997164"/>
                  </a:cubicBezTo>
                  <a:cubicBezTo>
                    <a:pt x="1544210" y="995894"/>
                    <a:pt x="699803" y="1004784"/>
                    <a:pt x="657583" y="1003514"/>
                  </a:cubicBezTo>
                  <a:cubicBezTo>
                    <a:pt x="647028" y="1003514"/>
                    <a:pt x="634362" y="1004784"/>
                    <a:pt x="623807" y="1004784"/>
                  </a:cubicBezTo>
                  <a:cubicBezTo>
                    <a:pt x="598475" y="1004784"/>
                    <a:pt x="575254" y="1006054"/>
                    <a:pt x="549921" y="1006054"/>
                  </a:cubicBezTo>
                  <a:cubicBezTo>
                    <a:pt x="486591" y="1006054"/>
                    <a:pt x="425371" y="1004784"/>
                    <a:pt x="362041" y="1003514"/>
                  </a:cubicBezTo>
                  <a:cubicBezTo>
                    <a:pt x="324043" y="1002244"/>
                    <a:pt x="286044" y="1000974"/>
                    <a:pt x="250157" y="999704"/>
                  </a:cubicBezTo>
                  <a:cubicBezTo>
                    <a:pt x="182605" y="998434"/>
                    <a:pt x="115052" y="997164"/>
                    <a:pt x="45389" y="997164"/>
                  </a:cubicBezTo>
                  <a:cubicBezTo>
                    <a:pt x="34505" y="997164"/>
                    <a:pt x="25615" y="997164"/>
                    <a:pt x="15455" y="995894"/>
                  </a:cubicBezTo>
                  <a:cubicBezTo>
                    <a:pt x="6565" y="994624"/>
                    <a:pt x="1485" y="988274"/>
                    <a:pt x="4025" y="979384"/>
                  </a:cubicBezTo>
                  <a:cubicBezTo>
                    <a:pt x="12915" y="947938"/>
                    <a:pt x="9105" y="930147"/>
                    <a:pt x="7835" y="911645"/>
                  </a:cubicBezTo>
                  <a:cubicBezTo>
                    <a:pt x="6565" y="873930"/>
                    <a:pt x="2755" y="836926"/>
                    <a:pt x="4025" y="799211"/>
                  </a:cubicBezTo>
                  <a:cubicBezTo>
                    <a:pt x="1485" y="752245"/>
                    <a:pt x="-3595" y="170860"/>
                    <a:pt x="4025" y="123182"/>
                  </a:cubicBezTo>
                  <a:cubicBezTo>
                    <a:pt x="5295" y="113931"/>
                    <a:pt x="4025" y="103968"/>
                    <a:pt x="5295" y="94717"/>
                  </a:cubicBezTo>
                  <a:cubicBezTo>
                    <a:pt x="6565" y="79774"/>
                    <a:pt x="9105" y="63407"/>
                    <a:pt x="10375" y="44450"/>
                  </a:cubicBezTo>
                  <a:cubicBezTo>
                    <a:pt x="10375" y="41910"/>
                    <a:pt x="11645" y="39370"/>
                    <a:pt x="12915" y="38100"/>
                  </a:cubicBezTo>
                  <a:cubicBezTo>
                    <a:pt x="34505" y="35560"/>
                    <a:pt x="62277" y="30480"/>
                    <a:pt x="96053" y="29210"/>
                  </a:cubicBezTo>
                  <a:cubicBezTo>
                    <a:pt x="153050" y="25400"/>
                    <a:pt x="210048" y="22860"/>
                    <a:pt x="269156" y="20320"/>
                  </a:cubicBezTo>
                  <a:cubicBezTo>
                    <a:pt x="309266" y="17780"/>
                    <a:pt x="349375" y="16510"/>
                    <a:pt x="387373" y="13970"/>
                  </a:cubicBezTo>
                  <a:cubicBezTo>
                    <a:pt x="425371" y="11430"/>
                    <a:pt x="465481" y="8890"/>
                    <a:pt x="503479" y="8890"/>
                  </a:cubicBezTo>
                  <a:cubicBezTo>
                    <a:pt x="545699" y="7620"/>
                    <a:pt x="587920" y="10160"/>
                    <a:pt x="630140" y="8890"/>
                  </a:cubicBezTo>
                  <a:cubicBezTo>
                    <a:pt x="682915" y="8890"/>
                    <a:pt x="1639205" y="6350"/>
                    <a:pt x="1691981" y="5080"/>
                  </a:cubicBezTo>
                  <a:cubicBezTo>
                    <a:pt x="1742645" y="3810"/>
                    <a:pt x="1793310" y="2540"/>
                    <a:pt x="1846085" y="2540"/>
                  </a:cubicBezTo>
                  <a:cubicBezTo>
                    <a:pt x="1932637" y="1270"/>
                    <a:pt x="2017077" y="0"/>
                    <a:pt x="2103629" y="0"/>
                  </a:cubicBezTo>
                  <a:cubicBezTo>
                    <a:pt x="2139516" y="0"/>
                    <a:pt x="2177514" y="2540"/>
                    <a:pt x="2213402" y="2540"/>
                  </a:cubicBezTo>
                  <a:cubicBezTo>
                    <a:pt x="2312619" y="3810"/>
                    <a:pt x="2413948" y="5080"/>
                    <a:pt x="2513166" y="7620"/>
                  </a:cubicBezTo>
                  <a:cubicBezTo>
                    <a:pt x="2565941" y="8890"/>
                    <a:pt x="2618717" y="12700"/>
                    <a:pt x="2671492" y="16510"/>
                  </a:cubicBezTo>
                  <a:lnTo>
                    <a:pt x="2705505" y="16510"/>
                  </a:lnTo>
                  <a:cubicBezTo>
                    <a:pt x="2716935" y="17780"/>
                    <a:pt x="2725825" y="20320"/>
                    <a:pt x="2735985" y="21590"/>
                  </a:cubicBezTo>
                  <a:close/>
                  <a:moveTo>
                    <a:pt x="2746145" y="992084"/>
                  </a:moveTo>
                  <a:cubicBezTo>
                    <a:pt x="2747415" y="975574"/>
                    <a:pt x="2748685" y="962874"/>
                    <a:pt x="2748685" y="950174"/>
                  </a:cubicBezTo>
                  <a:cubicBezTo>
                    <a:pt x="2747415" y="908799"/>
                    <a:pt x="2746145" y="871084"/>
                    <a:pt x="2746145" y="830522"/>
                  </a:cubicBezTo>
                  <a:cubicBezTo>
                    <a:pt x="2746145" y="812020"/>
                    <a:pt x="2748685" y="793518"/>
                    <a:pt x="2747415" y="775016"/>
                  </a:cubicBezTo>
                  <a:cubicBezTo>
                    <a:pt x="2747415" y="757938"/>
                    <a:pt x="2746145" y="740148"/>
                    <a:pt x="2744875" y="723069"/>
                  </a:cubicBezTo>
                  <a:cubicBezTo>
                    <a:pt x="2739795" y="696739"/>
                    <a:pt x="2728365" y="151646"/>
                    <a:pt x="2728365" y="125317"/>
                  </a:cubicBezTo>
                  <a:cubicBezTo>
                    <a:pt x="2725825" y="103257"/>
                    <a:pt x="2723285" y="80485"/>
                    <a:pt x="2720745" y="58425"/>
                  </a:cubicBezTo>
                  <a:cubicBezTo>
                    <a:pt x="2719475" y="44450"/>
                    <a:pt x="2718205" y="43180"/>
                    <a:pt x="2701046" y="41910"/>
                  </a:cubicBezTo>
                  <a:cubicBezTo>
                    <a:pt x="2694713" y="41910"/>
                    <a:pt x="2690491" y="41910"/>
                    <a:pt x="2684158" y="40640"/>
                  </a:cubicBezTo>
                  <a:cubicBezTo>
                    <a:pt x="2631383" y="36830"/>
                    <a:pt x="2576496" y="31750"/>
                    <a:pt x="2523721" y="30480"/>
                  </a:cubicBezTo>
                  <a:cubicBezTo>
                    <a:pt x="2394949" y="26670"/>
                    <a:pt x="2264066" y="25400"/>
                    <a:pt x="2135294" y="22860"/>
                  </a:cubicBezTo>
                  <a:lnTo>
                    <a:pt x="1983301" y="22860"/>
                  </a:lnTo>
                  <a:cubicBezTo>
                    <a:pt x="1915748" y="22860"/>
                    <a:pt x="1848196" y="22860"/>
                    <a:pt x="1782754" y="24130"/>
                  </a:cubicBezTo>
                  <a:cubicBezTo>
                    <a:pt x="1725757" y="25400"/>
                    <a:pt x="765245" y="29210"/>
                    <a:pt x="708248" y="29210"/>
                  </a:cubicBezTo>
                  <a:cubicBezTo>
                    <a:pt x="615363" y="29210"/>
                    <a:pt x="522478" y="26670"/>
                    <a:pt x="429593" y="33020"/>
                  </a:cubicBezTo>
                  <a:cubicBezTo>
                    <a:pt x="381040" y="36830"/>
                    <a:pt x="334598" y="36830"/>
                    <a:pt x="288155" y="38100"/>
                  </a:cubicBezTo>
                  <a:cubicBezTo>
                    <a:pt x="207937" y="41910"/>
                    <a:pt x="127718" y="45720"/>
                    <a:pt x="47500" y="50800"/>
                  </a:cubicBezTo>
                  <a:cubicBezTo>
                    <a:pt x="33235" y="50800"/>
                    <a:pt x="30695" y="52732"/>
                    <a:pt x="29425" y="61272"/>
                  </a:cubicBezTo>
                  <a:cubicBezTo>
                    <a:pt x="28155" y="74081"/>
                    <a:pt x="28155" y="86890"/>
                    <a:pt x="26885" y="99699"/>
                  </a:cubicBezTo>
                  <a:cubicBezTo>
                    <a:pt x="25615" y="121047"/>
                    <a:pt x="23075" y="141684"/>
                    <a:pt x="21805" y="163032"/>
                  </a:cubicBezTo>
                  <a:cubicBezTo>
                    <a:pt x="16725" y="185803"/>
                    <a:pt x="23075" y="742282"/>
                    <a:pt x="25615" y="765054"/>
                  </a:cubicBezTo>
                  <a:cubicBezTo>
                    <a:pt x="25615" y="789249"/>
                    <a:pt x="25615" y="814155"/>
                    <a:pt x="26885" y="838350"/>
                  </a:cubicBezTo>
                  <a:cubicBezTo>
                    <a:pt x="26885" y="856140"/>
                    <a:pt x="29425" y="873930"/>
                    <a:pt x="29425" y="891720"/>
                  </a:cubicBezTo>
                  <a:cubicBezTo>
                    <a:pt x="29425" y="910934"/>
                    <a:pt x="29425" y="930147"/>
                    <a:pt x="28155" y="950174"/>
                  </a:cubicBezTo>
                  <a:lnTo>
                    <a:pt x="28155" y="960334"/>
                  </a:lnTo>
                  <a:cubicBezTo>
                    <a:pt x="28155" y="970494"/>
                    <a:pt x="31965" y="974304"/>
                    <a:pt x="40855" y="974304"/>
                  </a:cubicBezTo>
                  <a:cubicBezTo>
                    <a:pt x="66499" y="974304"/>
                    <a:pt x="96053" y="975574"/>
                    <a:pt x="123496" y="975574"/>
                  </a:cubicBezTo>
                  <a:cubicBezTo>
                    <a:pt x="163606" y="975574"/>
                    <a:pt x="205826" y="973034"/>
                    <a:pt x="245935" y="975574"/>
                  </a:cubicBezTo>
                  <a:cubicBezTo>
                    <a:pt x="311377" y="979384"/>
                    <a:pt x="376818" y="981924"/>
                    <a:pt x="442260" y="980654"/>
                  </a:cubicBezTo>
                  <a:cubicBezTo>
                    <a:pt x="484480" y="979384"/>
                    <a:pt x="524589" y="981924"/>
                    <a:pt x="566809" y="981924"/>
                  </a:cubicBezTo>
                  <a:cubicBezTo>
                    <a:pt x="628029" y="981924"/>
                    <a:pt x="689248" y="980654"/>
                    <a:pt x="750468" y="981924"/>
                  </a:cubicBezTo>
                  <a:cubicBezTo>
                    <a:pt x="841242" y="983194"/>
                    <a:pt x="1837641" y="973034"/>
                    <a:pt x="1930526" y="975574"/>
                  </a:cubicBezTo>
                  <a:cubicBezTo>
                    <a:pt x="1970635" y="976844"/>
                    <a:pt x="2010744" y="978114"/>
                    <a:pt x="2048742" y="978114"/>
                  </a:cubicBezTo>
                  <a:cubicBezTo>
                    <a:pt x="2118406" y="980654"/>
                    <a:pt x="2185959" y="976844"/>
                    <a:pt x="2255622" y="980654"/>
                  </a:cubicBezTo>
                  <a:cubicBezTo>
                    <a:pt x="2312619" y="983194"/>
                    <a:pt x="2369617" y="983194"/>
                    <a:pt x="2426614" y="985734"/>
                  </a:cubicBezTo>
                  <a:cubicBezTo>
                    <a:pt x="2511055" y="989544"/>
                    <a:pt x="2595496" y="992084"/>
                    <a:pt x="2679936" y="993354"/>
                  </a:cubicBezTo>
                  <a:cubicBezTo>
                    <a:pt x="2708045" y="993354"/>
                    <a:pt x="2725825" y="992084"/>
                    <a:pt x="2746145" y="992084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AU"/>
            </a:p>
          </p:txBody>
        </p:sp>
      </p:grpSp>
      <p:sp>
        <p:nvSpPr>
          <p:cNvPr id="17713" name="AutoShape 7">
            <a:extLst>
              <a:ext uri="{FF2B5EF4-FFF2-40B4-BE49-F238E27FC236}">
                <a16:creationId xmlns:a16="http://schemas.microsoft.com/office/drawing/2014/main" id="{40F5BF5F-0BD8-1B3C-C108-1062F1707495}"/>
              </a:ext>
            </a:extLst>
          </p:cNvPr>
          <p:cNvSpPr/>
          <p:nvPr/>
        </p:nvSpPr>
        <p:spPr>
          <a:xfrm flipV="1">
            <a:off x="6068683" y="1199781"/>
            <a:ext cx="0" cy="1311972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endParaRPr lang="en-AU"/>
          </a:p>
        </p:txBody>
      </p:sp>
      <p:grpSp>
        <p:nvGrpSpPr>
          <p:cNvPr id="17714" name="Group 8">
            <a:extLst>
              <a:ext uri="{FF2B5EF4-FFF2-40B4-BE49-F238E27FC236}">
                <a16:creationId xmlns:a16="http://schemas.microsoft.com/office/drawing/2014/main" id="{0CAEC49A-21CC-E64A-4970-F3B9CDD5B465}"/>
              </a:ext>
            </a:extLst>
          </p:cNvPr>
          <p:cNvGrpSpPr/>
          <p:nvPr/>
        </p:nvGrpSpPr>
        <p:grpSpPr>
          <a:xfrm>
            <a:off x="4858838" y="1738616"/>
            <a:ext cx="2391084" cy="526497"/>
            <a:chOff x="0" y="0"/>
            <a:chExt cx="2972609" cy="654544"/>
          </a:xfrm>
        </p:grpSpPr>
        <p:sp>
          <p:nvSpPr>
            <p:cNvPr id="17715" name="Freeform 9">
              <a:extLst>
                <a:ext uri="{FF2B5EF4-FFF2-40B4-BE49-F238E27FC236}">
                  <a16:creationId xmlns:a16="http://schemas.microsoft.com/office/drawing/2014/main" id="{34A5FDCC-398D-8CBD-DCA2-D159D71BAD95}"/>
                </a:ext>
              </a:extLst>
            </p:cNvPr>
            <p:cNvSpPr/>
            <p:nvPr/>
          </p:nvSpPr>
          <p:spPr>
            <a:xfrm>
              <a:off x="40018" y="45156"/>
              <a:ext cx="2932591" cy="608683"/>
            </a:xfrm>
            <a:custGeom>
              <a:avLst/>
              <a:gdLst/>
              <a:ahLst/>
              <a:cxnLst/>
              <a:rect l="l" t="t" r="r" b="b"/>
              <a:pathLst>
                <a:path w="2932591" h="608683">
                  <a:moveTo>
                    <a:pt x="622" y="578908"/>
                  </a:moveTo>
                  <a:cubicBezTo>
                    <a:pt x="-1918" y="587798"/>
                    <a:pt x="3162" y="594148"/>
                    <a:pt x="18731" y="595418"/>
                  </a:cubicBezTo>
                  <a:cubicBezTo>
                    <a:pt x="36680" y="596688"/>
                    <a:pt x="52385" y="596688"/>
                    <a:pt x="70334" y="596688"/>
                  </a:cubicBezTo>
                  <a:cubicBezTo>
                    <a:pt x="142128" y="597958"/>
                    <a:pt x="213923" y="597958"/>
                    <a:pt x="287961" y="599228"/>
                  </a:cubicBezTo>
                  <a:cubicBezTo>
                    <a:pt x="328346" y="600498"/>
                    <a:pt x="368731" y="601768"/>
                    <a:pt x="406871" y="603038"/>
                  </a:cubicBezTo>
                  <a:cubicBezTo>
                    <a:pt x="474179" y="604308"/>
                    <a:pt x="539243" y="604308"/>
                    <a:pt x="606551" y="605578"/>
                  </a:cubicBezTo>
                  <a:cubicBezTo>
                    <a:pt x="633474" y="605578"/>
                    <a:pt x="658153" y="605578"/>
                    <a:pt x="685076" y="604308"/>
                  </a:cubicBezTo>
                  <a:cubicBezTo>
                    <a:pt x="696294" y="604308"/>
                    <a:pt x="709756" y="603038"/>
                    <a:pt x="720973" y="603038"/>
                  </a:cubicBezTo>
                  <a:cubicBezTo>
                    <a:pt x="765845" y="604308"/>
                    <a:pt x="1663279" y="595418"/>
                    <a:pt x="1708151" y="596688"/>
                  </a:cubicBezTo>
                  <a:cubicBezTo>
                    <a:pt x="1770971" y="597958"/>
                    <a:pt x="1943727" y="597958"/>
                    <a:pt x="2006548" y="597958"/>
                  </a:cubicBezTo>
                  <a:cubicBezTo>
                    <a:pt x="2031227" y="597958"/>
                    <a:pt x="2053663" y="596688"/>
                    <a:pt x="2078343" y="596688"/>
                  </a:cubicBezTo>
                  <a:lnTo>
                    <a:pt x="2199496" y="600498"/>
                  </a:lnTo>
                  <a:cubicBezTo>
                    <a:pt x="2286996" y="603038"/>
                    <a:pt x="2372252" y="600498"/>
                    <a:pt x="2459752" y="604308"/>
                  </a:cubicBezTo>
                  <a:cubicBezTo>
                    <a:pt x="2605585" y="609388"/>
                    <a:pt x="2753662" y="603038"/>
                    <a:pt x="2869091" y="608118"/>
                  </a:cubicBezTo>
                  <a:cubicBezTo>
                    <a:pt x="2889411" y="609388"/>
                    <a:pt x="2909731" y="608118"/>
                    <a:pt x="2932591" y="608118"/>
                  </a:cubicBezTo>
                  <a:lnTo>
                    <a:pt x="2932591" y="548428"/>
                  </a:lnTo>
                  <a:cubicBezTo>
                    <a:pt x="2931321" y="508281"/>
                    <a:pt x="2930051" y="488729"/>
                    <a:pt x="2930051" y="467954"/>
                  </a:cubicBezTo>
                  <a:cubicBezTo>
                    <a:pt x="2930051" y="443921"/>
                    <a:pt x="2933861" y="419480"/>
                    <a:pt x="2927511" y="395446"/>
                  </a:cubicBezTo>
                  <a:cubicBezTo>
                    <a:pt x="2919891" y="379560"/>
                    <a:pt x="2908461" y="66310"/>
                    <a:pt x="2908461" y="50424"/>
                  </a:cubicBezTo>
                  <a:cubicBezTo>
                    <a:pt x="2905921" y="39426"/>
                    <a:pt x="2904651" y="28020"/>
                    <a:pt x="2902111" y="17022"/>
                  </a:cubicBezTo>
                  <a:cubicBezTo>
                    <a:pt x="2902111" y="13763"/>
                    <a:pt x="2900841" y="10504"/>
                    <a:pt x="2899571" y="5644"/>
                  </a:cubicBezTo>
                  <a:cubicBezTo>
                    <a:pt x="2889411" y="3104"/>
                    <a:pt x="2880521" y="1834"/>
                    <a:pt x="2870361" y="564"/>
                  </a:cubicBezTo>
                  <a:cubicBezTo>
                    <a:pt x="2862741" y="-706"/>
                    <a:pt x="2855121" y="564"/>
                    <a:pt x="2848771" y="564"/>
                  </a:cubicBezTo>
                  <a:lnTo>
                    <a:pt x="7513" y="5644"/>
                  </a:lnTo>
                  <a:lnTo>
                    <a:pt x="622" y="578908"/>
                  </a:lnTo>
                  <a:close/>
                </a:path>
              </a:pathLst>
            </a:custGeom>
            <a:solidFill>
              <a:srgbClr val="FCFCF8"/>
            </a:solidFill>
          </p:spPr>
          <p:txBody>
            <a:bodyPr/>
            <a:lstStyle/>
            <a:p>
              <a:endParaRPr lang="en-AU"/>
            </a:p>
          </p:txBody>
        </p:sp>
        <p:sp>
          <p:nvSpPr>
            <p:cNvPr id="17716" name="Freeform 10">
              <a:extLst>
                <a:ext uri="{FF2B5EF4-FFF2-40B4-BE49-F238E27FC236}">
                  <a16:creationId xmlns:a16="http://schemas.microsoft.com/office/drawing/2014/main" id="{90177427-88D1-D14B-BA61-74B14E0F810A}"/>
                </a:ext>
              </a:extLst>
            </p:cNvPr>
            <p:cNvSpPr/>
            <p:nvPr/>
          </p:nvSpPr>
          <p:spPr>
            <a:xfrm>
              <a:off x="11430" y="16510"/>
              <a:ext cx="2911649" cy="599934"/>
            </a:xfrm>
            <a:custGeom>
              <a:avLst/>
              <a:gdLst/>
              <a:ahLst/>
              <a:cxnLst/>
              <a:rect l="l" t="t" r="r" b="b"/>
              <a:pathLst>
                <a:path w="2911649" h="599934">
                  <a:moveTo>
                    <a:pt x="2911649" y="599934"/>
                  </a:moveTo>
                  <a:lnTo>
                    <a:pt x="0" y="592314"/>
                  </a:lnTo>
                  <a:lnTo>
                    <a:pt x="0" y="215938"/>
                  </a:lnTo>
                  <a:lnTo>
                    <a:pt x="7620" y="20320"/>
                  </a:lnTo>
                  <a:lnTo>
                    <a:pt x="1456291" y="0"/>
                  </a:lnTo>
                  <a:lnTo>
                    <a:pt x="2890059" y="8890"/>
                  </a:lnTo>
                  <a:close/>
                </a:path>
              </a:pathLst>
            </a:custGeom>
            <a:solidFill>
              <a:srgbClr val="B0ECB1"/>
            </a:solidFill>
          </p:spPr>
          <p:txBody>
            <a:bodyPr/>
            <a:lstStyle/>
            <a:p>
              <a:endParaRPr lang="en-AU"/>
            </a:p>
          </p:txBody>
        </p:sp>
        <p:sp>
          <p:nvSpPr>
            <p:cNvPr id="17717" name="Freeform 11">
              <a:extLst>
                <a:ext uri="{FF2B5EF4-FFF2-40B4-BE49-F238E27FC236}">
                  <a16:creationId xmlns:a16="http://schemas.microsoft.com/office/drawing/2014/main" id="{054BF29A-254D-04EE-454E-34AD1876315B}"/>
                </a:ext>
              </a:extLst>
            </p:cNvPr>
            <p:cNvSpPr/>
            <p:nvPr/>
          </p:nvSpPr>
          <p:spPr>
            <a:xfrm>
              <a:off x="-215" y="0"/>
              <a:ext cx="2935994" cy="625899"/>
            </a:xfrm>
            <a:custGeom>
              <a:avLst/>
              <a:gdLst/>
              <a:ahLst/>
              <a:cxnLst/>
              <a:rect l="l" t="t" r="r" b="b"/>
              <a:pathLst>
                <a:path w="2935994" h="625899">
                  <a:moveTo>
                    <a:pt x="2902974" y="21590"/>
                  </a:moveTo>
                  <a:cubicBezTo>
                    <a:pt x="2904244" y="34290"/>
                    <a:pt x="2904244" y="44450"/>
                    <a:pt x="2905514" y="52809"/>
                  </a:cubicBezTo>
                  <a:cubicBezTo>
                    <a:pt x="2908054" y="63807"/>
                    <a:pt x="2909324" y="75213"/>
                    <a:pt x="2911864" y="86211"/>
                  </a:cubicBezTo>
                  <a:cubicBezTo>
                    <a:pt x="2911864" y="102098"/>
                    <a:pt x="2924564" y="415347"/>
                    <a:pt x="2930914" y="431233"/>
                  </a:cubicBezTo>
                  <a:cubicBezTo>
                    <a:pt x="2937264" y="455267"/>
                    <a:pt x="2933454" y="479708"/>
                    <a:pt x="2933454" y="503741"/>
                  </a:cubicBezTo>
                  <a:cubicBezTo>
                    <a:pt x="2933454" y="524923"/>
                    <a:pt x="2934724" y="544476"/>
                    <a:pt x="2935994" y="565644"/>
                  </a:cubicBezTo>
                  <a:lnTo>
                    <a:pt x="2935994" y="625334"/>
                  </a:lnTo>
                  <a:cubicBezTo>
                    <a:pt x="2913134" y="625334"/>
                    <a:pt x="2892814" y="626604"/>
                    <a:pt x="2872494" y="625334"/>
                  </a:cubicBezTo>
                  <a:cubicBezTo>
                    <a:pt x="2728831" y="620254"/>
                    <a:pt x="2580754" y="626604"/>
                    <a:pt x="2434921" y="621524"/>
                  </a:cubicBezTo>
                  <a:cubicBezTo>
                    <a:pt x="2347421" y="617714"/>
                    <a:pt x="2262165" y="620254"/>
                    <a:pt x="2174665" y="617714"/>
                  </a:cubicBezTo>
                  <a:lnTo>
                    <a:pt x="2053512" y="613904"/>
                  </a:lnTo>
                  <a:cubicBezTo>
                    <a:pt x="2028832" y="613904"/>
                    <a:pt x="2006396" y="615174"/>
                    <a:pt x="1981717" y="615174"/>
                  </a:cubicBezTo>
                  <a:cubicBezTo>
                    <a:pt x="1918897" y="613904"/>
                    <a:pt x="1746140" y="615174"/>
                    <a:pt x="1683320" y="613904"/>
                  </a:cubicBezTo>
                  <a:cubicBezTo>
                    <a:pt x="1638448" y="612634"/>
                    <a:pt x="741014" y="621524"/>
                    <a:pt x="696142" y="620254"/>
                  </a:cubicBezTo>
                  <a:cubicBezTo>
                    <a:pt x="684924" y="620254"/>
                    <a:pt x="671463" y="621524"/>
                    <a:pt x="660245" y="621524"/>
                  </a:cubicBezTo>
                  <a:cubicBezTo>
                    <a:pt x="633322" y="621524"/>
                    <a:pt x="608643" y="622794"/>
                    <a:pt x="581720" y="622794"/>
                  </a:cubicBezTo>
                  <a:cubicBezTo>
                    <a:pt x="514412" y="622794"/>
                    <a:pt x="449348" y="621524"/>
                    <a:pt x="382041" y="620254"/>
                  </a:cubicBezTo>
                  <a:cubicBezTo>
                    <a:pt x="341656" y="618984"/>
                    <a:pt x="301271" y="617714"/>
                    <a:pt x="263130" y="616444"/>
                  </a:cubicBezTo>
                  <a:cubicBezTo>
                    <a:pt x="191336" y="615174"/>
                    <a:pt x="119541" y="613904"/>
                    <a:pt x="45503" y="613904"/>
                  </a:cubicBezTo>
                  <a:cubicBezTo>
                    <a:pt x="34505" y="613904"/>
                    <a:pt x="25615" y="613904"/>
                    <a:pt x="15455" y="612634"/>
                  </a:cubicBezTo>
                  <a:cubicBezTo>
                    <a:pt x="6565" y="611364"/>
                    <a:pt x="1485" y="605014"/>
                    <a:pt x="4025" y="596124"/>
                  </a:cubicBezTo>
                  <a:cubicBezTo>
                    <a:pt x="12915" y="564843"/>
                    <a:pt x="9105" y="554659"/>
                    <a:pt x="7835" y="544068"/>
                  </a:cubicBezTo>
                  <a:cubicBezTo>
                    <a:pt x="6565" y="522479"/>
                    <a:pt x="2755" y="501297"/>
                    <a:pt x="4025" y="479708"/>
                  </a:cubicBezTo>
                  <a:cubicBezTo>
                    <a:pt x="1485" y="452823"/>
                    <a:pt x="-3595" y="120021"/>
                    <a:pt x="4025" y="92729"/>
                  </a:cubicBezTo>
                  <a:cubicBezTo>
                    <a:pt x="5295" y="87433"/>
                    <a:pt x="4025" y="81730"/>
                    <a:pt x="5295" y="76435"/>
                  </a:cubicBezTo>
                  <a:cubicBezTo>
                    <a:pt x="6565" y="67880"/>
                    <a:pt x="9105" y="58511"/>
                    <a:pt x="10375" y="44450"/>
                  </a:cubicBezTo>
                  <a:cubicBezTo>
                    <a:pt x="10375" y="41910"/>
                    <a:pt x="11645" y="39370"/>
                    <a:pt x="12915" y="38100"/>
                  </a:cubicBezTo>
                  <a:cubicBezTo>
                    <a:pt x="34505" y="35560"/>
                    <a:pt x="63451" y="30480"/>
                    <a:pt x="99349" y="29210"/>
                  </a:cubicBezTo>
                  <a:cubicBezTo>
                    <a:pt x="159926" y="25400"/>
                    <a:pt x="220502" y="22860"/>
                    <a:pt x="283323" y="20320"/>
                  </a:cubicBezTo>
                  <a:cubicBezTo>
                    <a:pt x="325951" y="17780"/>
                    <a:pt x="368579" y="16510"/>
                    <a:pt x="408964" y="13970"/>
                  </a:cubicBezTo>
                  <a:cubicBezTo>
                    <a:pt x="449348" y="11430"/>
                    <a:pt x="491976" y="8890"/>
                    <a:pt x="532361" y="8890"/>
                  </a:cubicBezTo>
                  <a:cubicBezTo>
                    <a:pt x="577232" y="7620"/>
                    <a:pt x="622104" y="10160"/>
                    <a:pt x="666976" y="8890"/>
                  </a:cubicBezTo>
                  <a:cubicBezTo>
                    <a:pt x="723066" y="8890"/>
                    <a:pt x="1739410" y="6350"/>
                    <a:pt x="1795499" y="5080"/>
                  </a:cubicBezTo>
                  <a:cubicBezTo>
                    <a:pt x="1849345" y="3810"/>
                    <a:pt x="1903191" y="2540"/>
                    <a:pt x="1959281" y="2540"/>
                  </a:cubicBezTo>
                  <a:cubicBezTo>
                    <a:pt x="2051268" y="1270"/>
                    <a:pt x="2141011" y="0"/>
                    <a:pt x="2232998" y="0"/>
                  </a:cubicBezTo>
                  <a:cubicBezTo>
                    <a:pt x="2271139" y="0"/>
                    <a:pt x="2311524" y="2540"/>
                    <a:pt x="2349665" y="2540"/>
                  </a:cubicBezTo>
                  <a:cubicBezTo>
                    <a:pt x="2455113" y="3810"/>
                    <a:pt x="2562805" y="5080"/>
                    <a:pt x="2668254" y="7620"/>
                  </a:cubicBezTo>
                  <a:cubicBezTo>
                    <a:pt x="2724344" y="8890"/>
                    <a:pt x="2780433" y="12700"/>
                    <a:pt x="2836523" y="16510"/>
                  </a:cubicBezTo>
                  <a:lnTo>
                    <a:pt x="2872494" y="16510"/>
                  </a:lnTo>
                  <a:cubicBezTo>
                    <a:pt x="2883924" y="17780"/>
                    <a:pt x="2892814" y="20320"/>
                    <a:pt x="2902974" y="21590"/>
                  </a:cubicBezTo>
                  <a:close/>
                  <a:moveTo>
                    <a:pt x="2913134" y="608824"/>
                  </a:moveTo>
                  <a:cubicBezTo>
                    <a:pt x="2914404" y="592314"/>
                    <a:pt x="2915674" y="579614"/>
                    <a:pt x="2915674" y="566914"/>
                  </a:cubicBezTo>
                  <a:cubicBezTo>
                    <a:pt x="2914404" y="542439"/>
                    <a:pt x="2913134" y="520850"/>
                    <a:pt x="2913134" y="497631"/>
                  </a:cubicBezTo>
                  <a:cubicBezTo>
                    <a:pt x="2913134" y="487040"/>
                    <a:pt x="2915674" y="476449"/>
                    <a:pt x="2914404" y="465858"/>
                  </a:cubicBezTo>
                  <a:cubicBezTo>
                    <a:pt x="2914404" y="456082"/>
                    <a:pt x="2913134" y="445898"/>
                    <a:pt x="2911864" y="436122"/>
                  </a:cubicBezTo>
                  <a:cubicBezTo>
                    <a:pt x="2906784" y="421050"/>
                    <a:pt x="2895354" y="109022"/>
                    <a:pt x="2895354" y="93951"/>
                  </a:cubicBezTo>
                  <a:cubicBezTo>
                    <a:pt x="2892814" y="81323"/>
                    <a:pt x="2890274" y="68288"/>
                    <a:pt x="2887734" y="55660"/>
                  </a:cubicBezTo>
                  <a:cubicBezTo>
                    <a:pt x="2886464" y="44450"/>
                    <a:pt x="2885194" y="43180"/>
                    <a:pt x="2867933" y="41910"/>
                  </a:cubicBezTo>
                  <a:cubicBezTo>
                    <a:pt x="2861202" y="41910"/>
                    <a:pt x="2856715" y="41910"/>
                    <a:pt x="2849984" y="40640"/>
                  </a:cubicBezTo>
                  <a:cubicBezTo>
                    <a:pt x="2793895" y="36830"/>
                    <a:pt x="2735562" y="31750"/>
                    <a:pt x="2679472" y="30480"/>
                  </a:cubicBezTo>
                  <a:cubicBezTo>
                    <a:pt x="2542613" y="26670"/>
                    <a:pt x="2403511" y="25400"/>
                    <a:pt x="2266652" y="22860"/>
                  </a:cubicBezTo>
                  <a:lnTo>
                    <a:pt x="2105114" y="22860"/>
                  </a:lnTo>
                  <a:cubicBezTo>
                    <a:pt x="2033319" y="22860"/>
                    <a:pt x="1961525" y="22860"/>
                    <a:pt x="1891974" y="24130"/>
                  </a:cubicBezTo>
                  <a:cubicBezTo>
                    <a:pt x="1831397" y="25400"/>
                    <a:pt x="810565" y="29210"/>
                    <a:pt x="749988" y="29210"/>
                  </a:cubicBezTo>
                  <a:cubicBezTo>
                    <a:pt x="651271" y="29210"/>
                    <a:pt x="552553" y="26670"/>
                    <a:pt x="453835" y="33020"/>
                  </a:cubicBezTo>
                  <a:cubicBezTo>
                    <a:pt x="402233" y="36830"/>
                    <a:pt x="352874" y="36830"/>
                    <a:pt x="303515" y="38100"/>
                  </a:cubicBezTo>
                  <a:cubicBezTo>
                    <a:pt x="218259" y="41910"/>
                    <a:pt x="133003" y="45720"/>
                    <a:pt x="47746" y="50800"/>
                  </a:cubicBezTo>
                  <a:cubicBezTo>
                    <a:pt x="33235" y="50800"/>
                    <a:pt x="30695" y="52401"/>
                    <a:pt x="29425" y="57289"/>
                  </a:cubicBezTo>
                  <a:cubicBezTo>
                    <a:pt x="28155" y="64622"/>
                    <a:pt x="28155" y="71954"/>
                    <a:pt x="26885" y="79286"/>
                  </a:cubicBezTo>
                  <a:cubicBezTo>
                    <a:pt x="25615" y="91507"/>
                    <a:pt x="23075" y="103320"/>
                    <a:pt x="21805" y="115540"/>
                  </a:cubicBezTo>
                  <a:cubicBezTo>
                    <a:pt x="16725" y="128575"/>
                    <a:pt x="23075" y="447120"/>
                    <a:pt x="25615" y="460155"/>
                  </a:cubicBezTo>
                  <a:cubicBezTo>
                    <a:pt x="25615" y="474005"/>
                    <a:pt x="25615" y="488262"/>
                    <a:pt x="26885" y="502112"/>
                  </a:cubicBezTo>
                  <a:cubicBezTo>
                    <a:pt x="26885" y="512295"/>
                    <a:pt x="29425" y="522479"/>
                    <a:pt x="29425" y="532663"/>
                  </a:cubicBezTo>
                  <a:cubicBezTo>
                    <a:pt x="29425" y="543661"/>
                    <a:pt x="29425" y="554659"/>
                    <a:pt x="28155" y="566914"/>
                  </a:cubicBezTo>
                  <a:lnTo>
                    <a:pt x="28155" y="577074"/>
                  </a:lnTo>
                  <a:cubicBezTo>
                    <a:pt x="28155" y="587234"/>
                    <a:pt x="31965" y="591044"/>
                    <a:pt x="40855" y="591044"/>
                  </a:cubicBezTo>
                  <a:cubicBezTo>
                    <a:pt x="67939" y="591044"/>
                    <a:pt x="99349" y="592314"/>
                    <a:pt x="128515" y="592314"/>
                  </a:cubicBezTo>
                  <a:cubicBezTo>
                    <a:pt x="171143" y="592314"/>
                    <a:pt x="216015" y="589774"/>
                    <a:pt x="258643" y="592314"/>
                  </a:cubicBezTo>
                  <a:cubicBezTo>
                    <a:pt x="328194" y="596124"/>
                    <a:pt x="397746" y="598664"/>
                    <a:pt x="467297" y="597394"/>
                  </a:cubicBezTo>
                  <a:cubicBezTo>
                    <a:pt x="512168" y="596124"/>
                    <a:pt x="554797" y="598664"/>
                    <a:pt x="599668" y="598664"/>
                  </a:cubicBezTo>
                  <a:cubicBezTo>
                    <a:pt x="664732" y="598664"/>
                    <a:pt x="729796" y="597394"/>
                    <a:pt x="794860" y="598664"/>
                  </a:cubicBezTo>
                  <a:cubicBezTo>
                    <a:pt x="891334" y="599934"/>
                    <a:pt x="1950307" y="589774"/>
                    <a:pt x="2049024" y="592314"/>
                  </a:cubicBezTo>
                  <a:cubicBezTo>
                    <a:pt x="2091653" y="593584"/>
                    <a:pt x="2134281" y="594854"/>
                    <a:pt x="2174665" y="594854"/>
                  </a:cubicBezTo>
                  <a:cubicBezTo>
                    <a:pt x="2248704" y="597394"/>
                    <a:pt x="2320498" y="593584"/>
                    <a:pt x="2394537" y="597394"/>
                  </a:cubicBezTo>
                  <a:cubicBezTo>
                    <a:pt x="2455113" y="599934"/>
                    <a:pt x="2515690" y="599934"/>
                    <a:pt x="2576267" y="602474"/>
                  </a:cubicBezTo>
                  <a:cubicBezTo>
                    <a:pt x="2666010" y="606284"/>
                    <a:pt x="2755754" y="608824"/>
                    <a:pt x="2845497" y="610094"/>
                  </a:cubicBezTo>
                  <a:cubicBezTo>
                    <a:pt x="2875034" y="610094"/>
                    <a:pt x="2892814" y="608824"/>
                    <a:pt x="2913134" y="608824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17718" name="Group 12">
            <a:extLst>
              <a:ext uri="{FF2B5EF4-FFF2-40B4-BE49-F238E27FC236}">
                <a16:creationId xmlns:a16="http://schemas.microsoft.com/office/drawing/2014/main" id="{D5267851-3DEB-92A9-C846-299D8572148D}"/>
              </a:ext>
            </a:extLst>
          </p:cNvPr>
          <p:cNvGrpSpPr/>
          <p:nvPr/>
        </p:nvGrpSpPr>
        <p:grpSpPr>
          <a:xfrm>
            <a:off x="5311743" y="2547915"/>
            <a:ext cx="1485277" cy="287409"/>
            <a:chOff x="0" y="0"/>
            <a:chExt cx="1845635" cy="357140"/>
          </a:xfrm>
        </p:grpSpPr>
        <p:sp>
          <p:nvSpPr>
            <p:cNvPr id="17719" name="Freeform 13">
              <a:extLst>
                <a:ext uri="{FF2B5EF4-FFF2-40B4-BE49-F238E27FC236}">
                  <a16:creationId xmlns:a16="http://schemas.microsoft.com/office/drawing/2014/main" id="{50B5F8B2-1FC4-4603-DFA6-FB4079304AA1}"/>
                </a:ext>
              </a:extLst>
            </p:cNvPr>
            <p:cNvSpPr/>
            <p:nvPr/>
          </p:nvSpPr>
          <p:spPr>
            <a:xfrm>
              <a:off x="39989" y="45156"/>
              <a:ext cx="1805646" cy="311279"/>
            </a:xfrm>
            <a:custGeom>
              <a:avLst/>
              <a:gdLst/>
              <a:ahLst/>
              <a:cxnLst/>
              <a:rect l="l" t="t" r="r" b="b"/>
              <a:pathLst>
                <a:path w="1805646" h="311279">
                  <a:moveTo>
                    <a:pt x="651" y="281504"/>
                  </a:moveTo>
                  <a:cubicBezTo>
                    <a:pt x="-1889" y="290394"/>
                    <a:pt x="3191" y="296744"/>
                    <a:pt x="12622" y="298014"/>
                  </a:cubicBezTo>
                  <a:cubicBezTo>
                    <a:pt x="23413" y="299284"/>
                    <a:pt x="32856" y="299284"/>
                    <a:pt x="43647" y="299284"/>
                  </a:cubicBezTo>
                  <a:cubicBezTo>
                    <a:pt x="86812" y="300554"/>
                    <a:pt x="129977" y="300554"/>
                    <a:pt x="174490" y="301824"/>
                  </a:cubicBezTo>
                  <a:cubicBezTo>
                    <a:pt x="198771" y="303094"/>
                    <a:pt x="223051" y="304364"/>
                    <a:pt x="245982" y="305634"/>
                  </a:cubicBezTo>
                  <a:cubicBezTo>
                    <a:pt x="286449" y="306904"/>
                    <a:pt x="325567" y="306904"/>
                    <a:pt x="366034" y="308174"/>
                  </a:cubicBezTo>
                  <a:cubicBezTo>
                    <a:pt x="382221" y="308174"/>
                    <a:pt x="397059" y="308174"/>
                    <a:pt x="413246" y="306904"/>
                  </a:cubicBezTo>
                  <a:cubicBezTo>
                    <a:pt x="419990" y="306904"/>
                    <a:pt x="428084" y="305634"/>
                    <a:pt x="434828" y="305634"/>
                  </a:cubicBezTo>
                  <a:cubicBezTo>
                    <a:pt x="461806" y="306904"/>
                    <a:pt x="1001366" y="298014"/>
                    <a:pt x="1028344" y="299284"/>
                  </a:cubicBezTo>
                  <a:cubicBezTo>
                    <a:pt x="1066113" y="300554"/>
                    <a:pt x="1169979" y="300554"/>
                    <a:pt x="1207748" y="300554"/>
                  </a:cubicBezTo>
                  <a:cubicBezTo>
                    <a:pt x="1222586" y="300554"/>
                    <a:pt x="1236075" y="299284"/>
                    <a:pt x="1250913" y="299284"/>
                  </a:cubicBezTo>
                  <a:lnTo>
                    <a:pt x="1323753" y="303094"/>
                  </a:lnTo>
                  <a:cubicBezTo>
                    <a:pt x="1376361" y="305634"/>
                    <a:pt x="1427619" y="303094"/>
                    <a:pt x="1480226" y="306904"/>
                  </a:cubicBezTo>
                  <a:cubicBezTo>
                    <a:pt x="1567904" y="311984"/>
                    <a:pt x="1656932" y="305634"/>
                    <a:pt x="1742146" y="310714"/>
                  </a:cubicBezTo>
                  <a:cubicBezTo>
                    <a:pt x="1762466" y="311984"/>
                    <a:pt x="1782786" y="310714"/>
                    <a:pt x="1805646" y="310714"/>
                  </a:cubicBezTo>
                  <a:lnTo>
                    <a:pt x="1805646" y="251024"/>
                  </a:lnTo>
                  <a:cubicBezTo>
                    <a:pt x="1804376" y="217616"/>
                    <a:pt x="1803106" y="209397"/>
                    <a:pt x="1803106" y="200663"/>
                  </a:cubicBezTo>
                  <a:cubicBezTo>
                    <a:pt x="1803106" y="190560"/>
                    <a:pt x="1806916" y="180286"/>
                    <a:pt x="1800566" y="170182"/>
                  </a:cubicBezTo>
                  <a:cubicBezTo>
                    <a:pt x="1792946" y="163504"/>
                    <a:pt x="1781516" y="31818"/>
                    <a:pt x="1781516" y="25140"/>
                  </a:cubicBezTo>
                  <a:cubicBezTo>
                    <a:pt x="1778976" y="20516"/>
                    <a:pt x="1777706" y="15722"/>
                    <a:pt x="1775166" y="11098"/>
                  </a:cubicBezTo>
                  <a:cubicBezTo>
                    <a:pt x="1775166" y="9728"/>
                    <a:pt x="1773896" y="8358"/>
                    <a:pt x="1772626" y="5644"/>
                  </a:cubicBezTo>
                  <a:cubicBezTo>
                    <a:pt x="1762466" y="3104"/>
                    <a:pt x="1753576" y="1834"/>
                    <a:pt x="1743416" y="564"/>
                  </a:cubicBezTo>
                  <a:cubicBezTo>
                    <a:pt x="1735796" y="-706"/>
                    <a:pt x="1728176" y="564"/>
                    <a:pt x="1721826" y="564"/>
                  </a:cubicBezTo>
                  <a:lnTo>
                    <a:pt x="5878" y="5644"/>
                  </a:lnTo>
                  <a:lnTo>
                    <a:pt x="651" y="281504"/>
                  </a:lnTo>
                  <a:close/>
                </a:path>
              </a:pathLst>
            </a:custGeom>
            <a:solidFill>
              <a:srgbClr val="FCFCF8"/>
            </a:solidFill>
          </p:spPr>
          <p:txBody>
            <a:bodyPr/>
            <a:lstStyle/>
            <a:p>
              <a:endParaRPr lang="en-AU"/>
            </a:p>
          </p:txBody>
        </p:sp>
        <p:sp>
          <p:nvSpPr>
            <p:cNvPr id="17720" name="Freeform 14">
              <a:extLst>
                <a:ext uri="{FF2B5EF4-FFF2-40B4-BE49-F238E27FC236}">
                  <a16:creationId xmlns:a16="http://schemas.microsoft.com/office/drawing/2014/main" id="{44A97BA5-06AC-199F-D45B-01518583A1EC}"/>
                </a:ext>
              </a:extLst>
            </p:cNvPr>
            <p:cNvSpPr/>
            <p:nvPr/>
          </p:nvSpPr>
          <p:spPr>
            <a:xfrm>
              <a:off x="11430" y="16510"/>
              <a:ext cx="1784675" cy="302530"/>
            </a:xfrm>
            <a:custGeom>
              <a:avLst/>
              <a:gdLst/>
              <a:ahLst/>
              <a:cxnLst/>
              <a:rect l="l" t="t" r="r" b="b"/>
              <a:pathLst>
                <a:path w="1784675" h="302530">
                  <a:moveTo>
                    <a:pt x="1784675" y="302530"/>
                  </a:moveTo>
                  <a:lnTo>
                    <a:pt x="0" y="294910"/>
                  </a:lnTo>
                  <a:lnTo>
                    <a:pt x="0" y="111323"/>
                  </a:lnTo>
                  <a:lnTo>
                    <a:pt x="7620" y="20320"/>
                  </a:lnTo>
                  <a:lnTo>
                    <a:pt x="888291" y="0"/>
                  </a:lnTo>
                  <a:lnTo>
                    <a:pt x="1763086" y="8890"/>
                  </a:lnTo>
                  <a:close/>
                </a:path>
              </a:pathLst>
            </a:custGeom>
            <a:solidFill>
              <a:srgbClr val="B0ECB1"/>
            </a:solidFill>
          </p:spPr>
          <p:txBody>
            <a:bodyPr/>
            <a:lstStyle/>
            <a:p>
              <a:endParaRPr lang="en-AU"/>
            </a:p>
          </p:txBody>
        </p:sp>
        <p:sp>
          <p:nvSpPr>
            <p:cNvPr id="17721" name="Freeform 15">
              <a:extLst>
                <a:ext uri="{FF2B5EF4-FFF2-40B4-BE49-F238E27FC236}">
                  <a16:creationId xmlns:a16="http://schemas.microsoft.com/office/drawing/2014/main" id="{FDD74544-3EA0-8452-77E5-12EA391D7CA1}"/>
                </a:ext>
              </a:extLst>
            </p:cNvPr>
            <p:cNvSpPr/>
            <p:nvPr/>
          </p:nvSpPr>
          <p:spPr>
            <a:xfrm>
              <a:off x="-215" y="0"/>
              <a:ext cx="1809020" cy="328494"/>
            </a:xfrm>
            <a:custGeom>
              <a:avLst/>
              <a:gdLst/>
              <a:ahLst/>
              <a:cxnLst/>
              <a:rect l="l" t="t" r="r" b="b"/>
              <a:pathLst>
                <a:path w="1809020" h="328494">
                  <a:moveTo>
                    <a:pt x="1776000" y="21590"/>
                  </a:moveTo>
                  <a:cubicBezTo>
                    <a:pt x="1777270" y="34290"/>
                    <a:pt x="1777270" y="44450"/>
                    <a:pt x="1778540" y="52316"/>
                  </a:cubicBezTo>
                  <a:cubicBezTo>
                    <a:pt x="1781080" y="56939"/>
                    <a:pt x="1782350" y="61734"/>
                    <a:pt x="1784890" y="66357"/>
                  </a:cubicBezTo>
                  <a:cubicBezTo>
                    <a:pt x="1784890" y="73036"/>
                    <a:pt x="1797590" y="204721"/>
                    <a:pt x="1803940" y="211400"/>
                  </a:cubicBezTo>
                  <a:cubicBezTo>
                    <a:pt x="1810290" y="221503"/>
                    <a:pt x="1806480" y="231778"/>
                    <a:pt x="1806480" y="241881"/>
                  </a:cubicBezTo>
                  <a:cubicBezTo>
                    <a:pt x="1806480" y="250785"/>
                    <a:pt x="1807750" y="259005"/>
                    <a:pt x="1809020" y="268240"/>
                  </a:cubicBezTo>
                  <a:lnTo>
                    <a:pt x="1809020" y="327930"/>
                  </a:lnTo>
                  <a:cubicBezTo>
                    <a:pt x="1786160" y="327930"/>
                    <a:pt x="1765840" y="329200"/>
                    <a:pt x="1745520" y="327930"/>
                  </a:cubicBezTo>
                  <a:cubicBezTo>
                    <a:pt x="1658018" y="322850"/>
                    <a:pt x="1568990" y="329200"/>
                    <a:pt x="1481312" y="324120"/>
                  </a:cubicBezTo>
                  <a:cubicBezTo>
                    <a:pt x="1428705" y="320310"/>
                    <a:pt x="1377446" y="322850"/>
                    <a:pt x="1324839" y="320310"/>
                  </a:cubicBezTo>
                  <a:lnTo>
                    <a:pt x="1251999" y="316500"/>
                  </a:lnTo>
                  <a:cubicBezTo>
                    <a:pt x="1237161" y="316500"/>
                    <a:pt x="1223672" y="317770"/>
                    <a:pt x="1208834" y="317770"/>
                  </a:cubicBezTo>
                  <a:cubicBezTo>
                    <a:pt x="1171065" y="316500"/>
                    <a:pt x="1067199" y="317770"/>
                    <a:pt x="1029430" y="316500"/>
                  </a:cubicBezTo>
                  <a:cubicBezTo>
                    <a:pt x="1002452" y="315230"/>
                    <a:pt x="462892" y="324120"/>
                    <a:pt x="435914" y="322850"/>
                  </a:cubicBezTo>
                  <a:cubicBezTo>
                    <a:pt x="429169" y="322850"/>
                    <a:pt x="421076" y="324120"/>
                    <a:pt x="414332" y="324120"/>
                  </a:cubicBezTo>
                  <a:cubicBezTo>
                    <a:pt x="398145" y="324120"/>
                    <a:pt x="383307" y="325390"/>
                    <a:pt x="367120" y="325390"/>
                  </a:cubicBezTo>
                  <a:cubicBezTo>
                    <a:pt x="326653" y="325390"/>
                    <a:pt x="287535" y="324120"/>
                    <a:pt x="247068" y="322850"/>
                  </a:cubicBezTo>
                  <a:cubicBezTo>
                    <a:pt x="222788" y="321580"/>
                    <a:pt x="198508" y="320310"/>
                    <a:pt x="175576" y="319040"/>
                  </a:cubicBezTo>
                  <a:cubicBezTo>
                    <a:pt x="132411" y="317770"/>
                    <a:pt x="89247" y="316500"/>
                    <a:pt x="44733" y="316500"/>
                  </a:cubicBezTo>
                  <a:cubicBezTo>
                    <a:pt x="34505" y="316500"/>
                    <a:pt x="25615" y="316500"/>
                    <a:pt x="15455" y="315230"/>
                  </a:cubicBezTo>
                  <a:cubicBezTo>
                    <a:pt x="6565" y="313960"/>
                    <a:pt x="1485" y="307610"/>
                    <a:pt x="4025" y="298720"/>
                  </a:cubicBezTo>
                  <a:cubicBezTo>
                    <a:pt x="12915" y="267567"/>
                    <a:pt x="9105" y="263286"/>
                    <a:pt x="7835" y="258834"/>
                  </a:cubicBezTo>
                  <a:cubicBezTo>
                    <a:pt x="6565" y="249758"/>
                    <a:pt x="2755" y="240853"/>
                    <a:pt x="4025" y="231778"/>
                  </a:cubicBezTo>
                  <a:cubicBezTo>
                    <a:pt x="1485" y="220476"/>
                    <a:pt x="-3595" y="80571"/>
                    <a:pt x="4025" y="69097"/>
                  </a:cubicBezTo>
                  <a:cubicBezTo>
                    <a:pt x="5295" y="66871"/>
                    <a:pt x="4025" y="64474"/>
                    <a:pt x="5295" y="62248"/>
                  </a:cubicBezTo>
                  <a:cubicBezTo>
                    <a:pt x="6565" y="58652"/>
                    <a:pt x="9105" y="54713"/>
                    <a:pt x="10375" y="44450"/>
                  </a:cubicBezTo>
                  <a:cubicBezTo>
                    <a:pt x="10375" y="41910"/>
                    <a:pt x="11645" y="39370"/>
                    <a:pt x="12915" y="38100"/>
                  </a:cubicBezTo>
                  <a:cubicBezTo>
                    <a:pt x="34505" y="35560"/>
                    <a:pt x="55524" y="30480"/>
                    <a:pt x="77106" y="29210"/>
                  </a:cubicBezTo>
                  <a:cubicBezTo>
                    <a:pt x="113527" y="25400"/>
                    <a:pt x="149947" y="22860"/>
                    <a:pt x="187716" y="20320"/>
                  </a:cubicBezTo>
                  <a:cubicBezTo>
                    <a:pt x="213345" y="17780"/>
                    <a:pt x="238975" y="16510"/>
                    <a:pt x="263255" y="13970"/>
                  </a:cubicBezTo>
                  <a:cubicBezTo>
                    <a:pt x="287535" y="11430"/>
                    <a:pt x="313164" y="8890"/>
                    <a:pt x="337444" y="8890"/>
                  </a:cubicBezTo>
                  <a:cubicBezTo>
                    <a:pt x="364422" y="7620"/>
                    <a:pt x="391400" y="10160"/>
                    <a:pt x="418378" y="8890"/>
                  </a:cubicBezTo>
                  <a:cubicBezTo>
                    <a:pt x="452101" y="8890"/>
                    <a:pt x="1063153" y="6350"/>
                    <a:pt x="1096875" y="5080"/>
                  </a:cubicBezTo>
                  <a:cubicBezTo>
                    <a:pt x="1129249" y="3810"/>
                    <a:pt x="1161622" y="2540"/>
                    <a:pt x="1195345" y="2540"/>
                  </a:cubicBezTo>
                  <a:cubicBezTo>
                    <a:pt x="1250650" y="1270"/>
                    <a:pt x="1304606" y="0"/>
                    <a:pt x="1359911" y="0"/>
                  </a:cubicBezTo>
                  <a:cubicBezTo>
                    <a:pt x="1382842" y="0"/>
                    <a:pt x="1407122" y="2540"/>
                    <a:pt x="1430053" y="2540"/>
                  </a:cubicBezTo>
                  <a:cubicBezTo>
                    <a:pt x="1493452" y="3810"/>
                    <a:pt x="1558199" y="5080"/>
                    <a:pt x="1621597" y="7620"/>
                  </a:cubicBezTo>
                  <a:cubicBezTo>
                    <a:pt x="1655320" y="8890"/>
                    <a:pt x="1689042" y="12700"/>
                    <a:pt x="1722765" y="16510"/>
                  </a:cubicBezTo>
                  <a:lnTo>
                    <a:pt x="1745520" y="16510"/>
                  </a:lnTo>
                  <a:cubicBezTo>
                    <a:pt x="1756950" y="17780"/>
                    <a:pt x="1765840" y="20320"/>
                    <a:pt x="1776000" y="21590"/>
                  </a:cubicBezTo>
                  <a:close/>
                  <a:moveTo>
                    <a:pt x="1786160" y="311420"/>
                  </a:moveTo>
                  <a:cubicBezTo>
                    <a:pt x="1787430" y="294910"/>
                    <a:pt x="1788700" y="282210"/>
                    <a:pt x="1788700" y="269510"/>
                  </a:cubicBezTo>
                  <a:cubicBezTo>
                    <a:pt x="1787430" y="258149"/>
                    <a:pt x="1786160" y="249073"/>
                    <a:pt x="1786160" y="239312"/>
                  </a:cubicBezTo>
                  <a:cubicBezTo>
                    <a:pt x="1786160" y="234860"/>
                    <a:pt x="1788700" y="230408"/>
                    <a:pt x="1787430" y="225955"/>
                  </a:cubicBezTo>
                  <a:cubicBezTo>
                    <a:pt x="1787430" y="221846"/>
                    <a:pt x="1786160" y="217564"/>
                    <a:pt x="1784890" y="213455"/>
                  </a:cubicBezTo>
                  <a:cubicBezTo>
                    <a:pt x="1779810" y="207119"/>
                    <a:pt x="1768380" y="75947"/>
                    <a:pt x="1768380" y="69611"/>
                  </a:cubicBezTo>
                  <a:cubicBezTo>
                    <a:pt x="1765840" y="64303"/>
                    <a:pt x="1763300" y="58823"/>
                    <a:pt x="1760760" y="53514"/>
                  </a:cubicBezTo>
                  <a:cubicBezTo>
                    <a:pt x="1759490" y="44450"/>
                    <a:pt x="1758220" y="43180"/>
                    <a:pt x="1741650" y="41910"/>
                  </a:cubicBezTo>
                  <a:cubicBezTo>
                    <a:pt x="1737603" y="41910"/>
                    <a:pt x="1734905" y="41910"/>
                    <a:pt x="1730858" y="40640"/>
                  </a:cubicBezTo>
                  <a:cubicBezTo>
                    <a:pt x="1697136" y="36830"/>
                    <a:pt x="1662064" y="31750"/>
                    <a:pt x="1628342" y="30480"/>
                  </a:cubicBezTo>
                  <a:cubicBezTo>
                    <a:pt x="1546059" y="26670"/>
                    <a:pt x="1462427" y="25400"/>
                    <a:pt x="1380144" y="22860"/>
                  </a:cubicBezTo>
                  <a:lnTo>
                    <a:pt x="1283023" y="22860"/>
                  </a:lnTo>
                  <a:cubicBezTo>
                    <a:pt x="1239859" y="22860"/>
                    <a:pt x="1196694" y="22860"/>
                    <a:pt x="1154878" y="24130"/>
                  </a:cubicBezTo>
                  <a:cubicBezTo>
                    <a:pt x="1118457" y="25400"/>
                    <a:pt x="504708" y="29210"/>
                    <a:pt x="468288" y="29210"/>
                  </a:cubicBezTo>
                  <a:cubicBezTo>
                    <a:pt x="408936" y="29210"/>
                    <a:pt x="349584" y="26670"/>
                    <a:pt x="290233" y="33020"/>
                  </a:cubicBezTo>
                  <a:cubicBezTo>
                    <a:pt x="259208" y="36830"/>
                    <a:pt x="229532" y="36830"/>
                    <a:pt x="199856" y="38100"/>
                  </a:cubicBezTo>
                  <a:cubicBezTo>
                    <a:pt x="148598" y="41910"/>
                    <a:pt x="97340" y="45720"/>
                    <a:pt x="46082" y="50800"/>
                  </a:cubicBezTo>
                  <a:cubicBezTo>
                    <a:pt x="33235" y="50800"/>
                    <a:pt x="30695" y="52144"/>
                    <a:pt x="29425" y="54199"/>
                  </a:cubicBezTo>
                  <a:cubicBezTo>
                    <a:pt x="28155" y="57282"/>
                    <a:pt x="28155" y="60364"/>
                    <a:pt x="26885" y="63446"/>
                  </a:cubicBezTo>
                  <a:cubicBezTo>
                    <a:pt x="25615" y="68584"/>
                    <a:pt x="23075" y="73550"/>
                    <a:pt x="21805" y="78687"/>
                  </a:cubicBezTo>
                  <a:cubicBezTo>
                    <a:pt x="16725" y="84167"/>
                    <a:pt x="23075" y="218078"/>
                    <a:pt x="25615" y="223558"/>
                  </a:cubicBezTo>
                  <a:cubicBezTo>
                    <a:pt x="25615" y="229380"/>
                    <a:pt x="25615" y="235374"/>
                    <a:pt x="26885" y="241196"/>
                  </a:cubicBezTo>
                  <a:cubicBezTo>
                    <a:pt x="26885" y="245477"/>
                    <a:pt x="29425" y="249758"/>
                    <a:pt x="29425" y="254039"/>
                  </a:cubicBezTo>
                  <a:cubicBezTo>
                    <a:pt x="29425" y="258663"/>
                    <a:pt x="29425" y="263286"/>
                    <a:pt x="28155" y="269510"/>
                  </a:cubicBezTo>
                  <a:lnTo>
                    <a:pt x="28155" y="279670"/>
                  </a:lnTo>
                  <a:cubicBezTo>
                    <a:pt x="28155" y="289830"/>
                    <a:pt x="31965" y="293640"/>
                    <a:pt x="40855" y="293640"/>
                  </a:cubicBezTo>
                  <a:cubicBezTo>
                    <a:pt x="58222" y="293640"/>
                    <a:pt x="77106" y="294910"/>
                    <a:pt x="94642" y="294910"/>
                  </a:cubicBezTo>
                  <a:cubicBezTo>
                    <a:pt x="120271" y="294910"/>
                    <a:pt x="147249" y="292370"/>
                    <a:pt x="172878" y="294910"/>
                  </a:cubicBezTo>
                  <a:cubicBezTo>
                    <a:pt x="214694" y="298720"/>
                    <a:pt x="256510" y="301260"/>
                    <a:pt x="298326" y="299990"/>
                  </a:cubicBezTo>
                  <a:cubicBezTo>
                    <a:pt x="325304" y="298720"/>
                    <a:pt x="350933" y="301260"/>
                    <a:pt x="377911" y="301260"/>
                  </a:cubicBezTo>
                  <a:cubicBezTo>
                    <a:pt x="417029" y="301260"/>
                    <a:pt x="456147" y="299990"/>
                    <a:pt x="495266" y="301260"/>
                  </a:cubicBezTo>
                  <a:cubicBezTo>
                    <a:pt x="553268" y="302530"/>
                    <a:pt x="1189949" y="292370"/>
                    <a:pt x="1249301" y="294910"/>
                  </a:cubicBezTo>
                  <a:cubicBezTo>
                    <a:pt x="1274930" y="296180"/>
                    <a:pt x="1300559" y="297450"/>
                    <a:pt x="1324839" y="297450"/>
                  </a:cubicBezTo>
                  <a:cubicBezTo>
                    <a:pt x="1369353" y="299990"/>
                    <a:pt x="1412518" y="296180"/>
                    <a:pt x="1457032" y="299990"/>
                  </a:cubicBezTo>
                  <a:cubicBezTo>
                    <a:pt x="1493452" y="302530"/>
                    <a:pt x="1529872" y="302530"/>
                    <a:pt x="1566292" y="305070"/>
                  </a:cubicBezTo>
                  <a:cubicBezTo>
                    <a:pt x="1620248" y="308880"/>
                    <a:pt x="1674204" y="311420"/>
                    <a:pt x="1728160" y="312690"/>
                  </a:cubicBezTo>
                  <a:cubicBezTo>
                    <a:pt x="1748060" y="312690"/>
                    <a:pt x="1765840" y="311420"/>
                    <a:pt x="1786160" y="31142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AU"/>
            </a:p>
          </p:txBody>
        </p:sp>
      </p:grpSp>
      <p:sp>
        <p:nvSpPr>
          <p:cNvPr id="17722" name="TextBox 16">
            <a:extLst>
              <a:ext uri="{FF2B5EF4-FFF2-40B4-BE49-F238E27FC236}">
                <a16:creationId xmlns:a16="http://schemas.microsoft.com/office/drawing/2014/main" id="{BC1E00A4-0B6B-9CED-829A-97E378C60836}"/>
              </a:ext>
            </a:extLst>
          </p:cNvPr>
          <p:cNvSpPr txBox="1"/>
          <p:nvPr/>
        </p:nvSpPr>
        <p:spPr>
          <a:xfrm>
            <a:off x="4868032" y="1725233"/>
            <a:ext cx="2198581" cy="46724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957"/>
              </a:lnSpc>
            </a:pPr>
            <a:r>
              <a:rPr lang="en-US" sz="2826" dirty="0">
                <a:solidFill>
                  <a:srgbClr val="000000"/>
                </a:solidFill>
                <a:latin typeface="Handy Casual"/>
                <a:ea typeface="Handy Casual"/>
                <a:cs typeface="Handy Casual"/>
                <a:sym typeface="Handy Casual"/>
              </a:rPr>
              <a:t>Challenges</a:t>
            </a:r>
          </a:p>
        </p:txBody>
      </p:sp>
      <p:sp>
        <p:nvSpPr>
          <p:cNvPr id="17723" name="TextBox 17">
            <a:extLst>
              <a:ext uri="{FF2B5EF4-FFF2-40B4-BE49-F238E27FC236}">
                <a16:creationId xmlns:a16="http://schemas.microsoft.com/office/drawing/2014/main" id="{8F829F32-04B3-1239-A8CC-0E73EA75DFE3}"/>
              </a:ext>
            </a:extLst>
          </p:cNvPr>
          <p:cNvSpPr txBox="1"/>
          <p:nvPr/>
        </p:nvSpPr>
        <p:spPr>
          <a:xfrm>
            <a:off x="5564605" y="2556913"/>
            <a:ext cx="960837" cy="2462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AU" sz="1600" dirty="0"/>
              <a:t>Key Risks</a:t>
            </a:r>
            <a:endParaRPr lang="en-US" sz="1759" dirty="0">
              <a:solidFill>
                <a:srgbClr val="000000"/>
              </a:solidFill>
              <a:latin typeface="Handy Casual"/>
              <a:ea typeface="Handy Casual"/>
              <a:cs typeface="Handy Casual"/>
              <a:sym typeface="Handy Casual"/>
            </a:endParaRPr>
          </a:p>
        </p:txBody>
      </p:sp>
      <p:grpSp>
        <p:nvGrpSpPr>
          <p:cNvPr id="17728" name="Group 22">
            <a:extLst>
              <a:ext uri="{FF2B5EF4-FFF2-40B4-BE49-F238E27FC236}">
                <a16:creationId xmlns:a16="http://schemas.microsoft.com/office/drawing/2014/main" id="{0F716C00-36BF-B938-89E7-0C776B472C41}"/>
              </a:ext>
            </a:extLst>
          </p:cNvPr>
          <p:cNvGrpSpPr/>
          <p:nvPr/>
        </p:nvGrpSpPr>
        <p:grpSpPr>
          <a:xfrm>
            <a:off x="4623155" y="5462578"/>
            <a:ext cx="1610094" cy="383373"/>
            <a:chOff x="0" y="0"/>
            <a:chExt cx="1521271" cy="371685"/>
          </a:xfrm>
        </p:grpSpPr>
        <p:sp>
          <p:nvSpPr>
            <p:cNvPr id="17729" name="Freeform 23">
              <a:extLst>
                <a:ext uri="{FF2B5EF4-FFF2-40B4-BE49-F238E27FC236}">
                  <a16:creationId xmlns:a16="http://schemas.microsoft.com/office/drawing/2014/main" id="{6C31AA6D-DC66-A029-586C-9387C3998E35}"/>
                </a:ext>
              </a:extLst>
            </p:cNvPr>
            <p:cNvSpPr/>
            <p:nvPr/>
          </p:nvSpPr>
          <p:spPr>
            <a:xfrm>
              <a:off x="39980" y="45156"/>
              <a:ext cx="1481291" cy="325824"/>
            </a:xfrm>
            <a:custGeom>
              <a:avLst/>
              <a:gdLst/>
              <a:ahLst/>
              <a:cxnLst/>
              <a:rect l="l" t="t" r="r" b="b"/>
              <a:pathLst>
                <a:path w="1481291" h="325824">
                  <a:moveTo>
                    <a:pt x="660" y="296049"/>
                  </a:moveTo>
                  <a:cubicBezTo>
                    <a:pt x="-1880" y="304939"/>
                    <a:pt x="3200" y="311289"/>
                    <a:pt x="10865" y="312559"/>
                  </a:cubicBezTo>
                  <a:cubicBezTo>
                    <a:pt x="19596" y="313829"/>
                    <a:pt x="27236" y="313829"/>
                    <a:pt x="35967" y="313829"/>
                  </a:cubicBezTo>
                  <a:cubicBezTo>
                    <a:pt x="70891" y="315099"/>
                    <a:pt x="105816" y="315099"/>
                    <a:pt x="141832" y="316369"/>
                  </a:cubicBezTo>
                  <a:cubicBezTo>
                    <a:pt x="161477" y="317639"/>
                    <a:pt x="181122" y="318909"/>
                    <a:pt x="199676" y="320179"/>
                  </a:cubicBezTo>
                  <a:cubicBezTo>
                    <a:pt x="232417" y="321449"/>
                    <a:pt x="264068" y="321449"/>
                    <a:pt x="296810" y="322719"/>
                  </a:cubicBezTo>
                  <a:cubicBezTo>
                    <a:pt x="309906" y="322719"/>
                    <a:pt x="321912" y="322719"/>
                    <a:pt x="335008" y="321449"/>
                  </a:cubicBezTo>
                  <a:cubicBezTo>
                    <a:pt x="340465" y="321449"/>
                    <a:pt x="347014" y="320179"/>
                    <a:pt x="352471" y="320179"/>
                  </a:cubicBezTo>
                  <a:cubicBezTo>
                    <a:pt x="374299" y="321449"/>
                    <a:pt x="810856" y="312559"/>
                    <a:pt x="832683" y="313829"/>
                  </a:cubicBezTo>
                  <a:cubicBezTo>
                    <a:pt x="863242" y="315099"/>
                    <a:pt x="947280" y="315099"/>
                    <a:pt x="977839" y="315099"/>
                  </a:cubicBezTo>
                  <a:cubicBezTo>
                    <a:pt x="989844" y="315099"/>
                    <a:pt x="1000758" y="313829"/>
                    <a:pt x="1012763" y="313829"/>
                  </a:cubicBezTo>
                  <a:lnTo>
                    <a:pt x="1071699" y="317639"/>
                  </a:lnTo>
                  <a:cubicBezTo>
                    <a:pt x="1114263" y="320179"/>
                    <a:pt x="1155736" y="317639"/>
                    <a:pt x="1198300" y="321449"/>
                  </a:cubicBezTo>
                  <a:cubicBezTo>
                    <a:pt x="1269241" y="326529"/>
                    <a:pt x="1341273" y="320179"/>
                    <a:pt x="1417791" y="325259"/>
                  </a:cubicBezTo>
                  <a:cubicBezTo>
                    <a:pt x="1438111" y="326529"/>
                    <a:pt x="1458431" y="325259"/>
                    <a:pt x="1481291" y="325259"/>
                  </a:cubicBezTo>
                  <a:lnTo>
                    <a:pt x="1481291" y="265569"/>
                  </a:lnTo>
                  <a:cubicBezTo>
                    <a:pt x="1480021" y="231832"/>
                    <a:pt x="1478751" y="223058"/>
                    <a:pt x="1478751" y="213736"/>
                  </a:cubicBezTo>
                  <a:cubicBezTo>
                    <a:pt x="1478751" y="202951"/>
                    <a:pt x="1482561" y="191984"/>
                    <a:pt x="1476211" y="181199"/>
                  </a:cubicBezTo>
                  <a:cubicBezTo>
                    <a:pt x="1468591" y="174070"/>
                    <a:pt x="1457161" y="33505"/>
                    <a:pt x="1457161" y="26377"/>
                  </a:cubicBezTo>
                  <a:cubicBezTo>
                    <a:pt x="1454621" y="21441"/>
                    <a:pt x="1453351" y="16323"/>
                    <a:pt x="1450811" y="11388"/>
                  </a:cubicBezTo>
                  <a:cubicBezTo>
                    <a:pt x="1450811" y="9926"/>
                    <a:pt x="1449541" y="8463"/>
                    <a:pt x="1448271" y="5644"/>
                  </a:cubicBezTo>
                  <a:cubicBezTo>
                    <a:pt x="1438111" y="3104"/>
                    <a:pt x="1429221" y="1834"/>
                    <a:pt x="1419061" y="564"/>
                  </a:cubicBezTo>
                  <a:cubicBezTo>
                    <a:pt x="1411441" y="-706"/>
                    <a:pt x="1403821" y="564"/>
                    <a:pt x="1397471" y="564"/>
                  </a:cubicBezTo>
                  <a:lnTo>
                    <a:pt x="5408" y="5644"/>
                  </a:lnTo>
                  <a:lnTo>
                    <a:pt x="660" y="296049"/>
                  </a:lnTo>
                  <a:close/>
                </a:path>
              </a:pathLst>
            </a:custGeom>
            <a:solidFill>
              <a:srgbClr val="FCFCF8"/>
            </a:solidFill>
          </p:spPr>
          <p:txBody>
            <a:bodyPr/>
            <a:lstStyle/>
            <a:p>
              <a:endParaRPr lang="en-AU"/>
            </a:p>
          </p:txBody>
        </p:sp>
        <p:sp>
          <p:nvSpPr>
            <p:cNvPr id="17730" name="Freeform 24">
              <a:extLst>
                <a:ext uri="{FF2B5EF4-FFF2-40B4-BE49-F238E27FC236}">
                  <a16:creationId xmlns:a16="http://schemas.microsoft.com/office/drawing/2014/main" id="{CCF9D908-D98A-0243-C951-341C971DE070}"/>
                </a:ext>
              </a:extLst>
            </p:cNvPr>
            <p:cNvSpPr/>
            <p:nvPr/>
          </p:nvSpPr>
          <p:spPr>
            <a:xfrm>
              <a:off x="11430" y="16510"/>
              <a:ext cx="1460311" cy="317075"/>
            </a:xfrm>
            <a:custGeom>
              <a:avLst/>
              <a:gdLst/>
              <a:ahLst/>
              <a:cxnLst/>
              <a:rect l="l" t="t" r="r" b="b"/>
              <a:pathLst>
                <a:path w="1460311" h="317075">
                  <a:moveTo>
                    <a:pt x="1460311" y="317075"/>
                  </a:moveTo>
                  <a:lnTo>
                    <a:pt x="0" y="309455"/>
                  </a:lnTo>
                  <a:lnTo>
                    <a:pt x="0" y="116440"/>
                  </a:lnTo>
                  <a:lnTo>
                    <a:pt x="7620" y="20320"/>
                  </a:lnTo>
                  <a:lnTo>
                    <a:pt x="724809" y="0"/>
                  </a:lnTo>
                  <a:lnTo>
                    <a:pt x="1438721" y="8890"/>
                  </a:lnTo>
                  <a:close/>
                </a:path>
              </a:pathLst>
            </a:custGeom>
            <a:solidFill>
              <a:srgbClr val="B0ECB1"/>
            </a:solidFill>
          </p:spPr>
          <p:txBody>
            <a:bodyPr/>
            <a:lstStyle/>
            <a:p>
              <a:endParaRPr lang="en-AU"/>
            </a:p>
          </p:txBody>
        </p:sp>
        <p:sp>
          <p:nvSpPr>
            <p:cNvPr id="17731" name="Freeform 25">
              <a:extLst>
                <a:ext uri="{FF2B5EF4-FFF2-40B4-BE49-F238E27FC236}">
                  <a16:creationId xmlns:a16="http://schemas.microsoft.com/office/drawing/2014/main" id="{1FB5BDC1-4843-457B-041E-1FEA8DB45915}"/>
                </a:ext>
              </a:extLst>
            </p:cNvPr>
            <p:cNvSpPr/>
            <p:nvPr/>
          </p:nvSpPr>
          <p:spPr>
            <a:xfrm>
              <a:off x="-215" y="0"/>
              <a:ext cx="1484655" cy="343039"/>
            </a:xfrm>
            <a:custGeom>
              <a:avLst/>
              <a:gdLst/>
              <a:ahLst/>
              <a:cxnLst/>
              <a:rect l="l" t="t" r="r" b="b"/>
              <a:pathLst>
                <a:path w="1484655" h="343039">
                  <a:moveTo>
                    <a:pt x="1451636" y="21590"/>
                  </a:moveTo>
                  <a:cubicBezTo>
                    <a:pt x="1452906" y="34290"/>
                    <a:pt x="1452906" y="44450"/>
                    <a:pt x="1454176" y="52340"/>
                  </a:cubicBezTo>
                  <a:cubicBezTo>
                    <a:pt x="1456716" y="57275"/>
                    <a:pt x="1457986" y="62393"/>
                    <a:pt x="1460526" y="67328"/>
                  </a:cubicBezTo>
                  <a:cubicBezTo>
                    <a:pt x="1460526" y="74457"/>
                    <a:pt x="1473226" y="215022"/>
                    <a:pt x="1479576" y="222151"/>
                  </a:cubicBezTo>
                  <a:cubicBezTo>
                    <a:pt x="1485926" y="232936"/>
                    <a:pt x="1482116" y="243903"/>
                    <a:pt x="1482116" y="254687"/>
                  </a:cubicBezTo>
                  <a:cubicBezTo>
                    <a:pt x="1482116" y="264192"/>
                    <a:pt x="1483386" y="272966"/>
                    <a:pt x="1484656" y="282785"/>
                  </a:cubicBezTo>
                  <a:lnTo>
                    <a:pt x="1484656" y="342475"/>
                  </a:lnTo>
                  <a:cubicBezTo>
                    <a:pt x="1461796" y="342475"/>
                    <a:pt x="1441476" y="343745"/>
                    <a:pt x="1421156" y="342475"/>
                  </a:cubicBezTo>
                  <a:cubicBezTo>
                    <a:pt x="1349817" y="337395"/>
                    <a:pt x="1277785" y="343745"/>
                    <a:pt x="1206845" y="338665"/>
                  </a:cubicBezTo>
                  <a:cubicBezTo>
                    <a:pt x="1164280" y="334855"/>
                    <a:pt x="1122808" y="337395"/>
                    <a:pt x="1080243" y="334855"/>
                  </a:cubicBezTo>
                  <a:lnTo>
                    <a:pt x="1021308" y="331045"/>
                  </a:lnTo>
                  <a:cubicBezTo>
                    <a:pt x="1009303" y="331045"/>
                    <a:pt x="998389" y="332315"/>
                    <a:pt x="986383" y="332315"/>
                  </a:cubicBezTo>
                  <a:cubicBezTo>
                    <a:pt x="955824" y="331045"/>
                    <a:pt x="871787" y="332315"/>
                    <a:pt x="841228" y="331045"/>
                  </a:cubicBezTo>
                  <a:cubicBezTo>
                    <a:pt x="819400" y="329775"/>
                    <a:pt x="382843" y="338665"/>
                    <a:pt x="361015" y="337395"/>
                  </a:cubicBezTo>
                  <a:cubicBezTo>
                    <a:pt x="355558" y="337395"/>
                    <a:pt x="349010" y="338665"/>
                    <a:pt x="343553" y="338665"/>
                  </a:cubicBezTo>
                  <a:cubicBezTo>
                    <a:pt x="330456" y="338665"/>
                    <a:pt x="318451" y="339935"/>
                    <a:pt x="305354" y="339935"/>
                  </a:cubicBezTo>
                  <a:cubicBezTo>
                    <a:pt x="272612" y="339935"/>
                    <a:pt x="240962" y="338665"/>
                    <a:pt x="208220" y="337395"/>
                  </a:cubicBezTo>
                  <a:cubicBezTo>
                    <a:pt x="188575" y="336125"/>
                    <a:pt x="168930" y="334855"/>
                    <a:pt x="150376" y="333585"/>
                  </a:cubicBezTo>
                  <a:cubicBezTo>
                    <a:pt x="115452" y="332315"/>
                    <a:pt x="80527" y="331045"/>
                    <a:pt x="44511" y="331045"/>
                  </a:cubicBezTo>
                  <a:cubicBezTo>
                    <a:pt x="34505" y="331045"/>
                    <a:pt x="25615" y="331045"/>
                    <a:pt x="15455" y="329775"/>
                  </a:cubicBezTo>
                  <a:cubicBezTo>
                    <a:pt x="6565" y="328505"/>
                    <a:pt x="1485" y="322155"/>
                    <a:pt x="4025" y="313265"/>
                  </a:cubicBezTo>
                  <a:cubicBezTo>
                    <a:pt x="12915" y="282106"/>
                    <a:pt x="9105" y="277536"/>
                    <a:pt x="7835" y="272784"/>
                  </a:cubicBezTo>
                  <a:cubicBezTo>
                    <a:pt x="6565" y="263096"/>
                    <a:pt x="2755" y="253591"/>
                    <a:pt x="4025" y="243903"/>
                  </a:cubicBezTo>
                  <a:cubicBezTo>
                    <a:pt x="1485" y="231839"/>
                    <a:pt x="-3595" y="82500"/>
                    <a:pt x="4025" y="70253"/>
                  </a:cubicBezTo>
                  <a:cubicBezTo>
                    <a:pt x="5295" y="67877"/>
                    <a:pt x="4025" y="65318"/>
                    <a:pt x="5295" y="62941"/>
                  </a:cubicBezTo>
                  <a:cubicBezTo>
                    <a:pt x="6565" y="59103"/>
                    <a:pt x="9105" y="54899"/>
                    <a:pt x="10375" y="44450"/>
                  </a:cubicBezTo>
                  <a:cubicBezTo>
                    <a:pt x="10375" y="41910"/>
                    <a:pt x="11645" y="39370"/>
                    <a:pt x="12915" y="38100"/>
                  </a:cubicBezTo>
                  <a:cubicBezTo>
                    <a:pt x="34505" y="35560"/>
                    <a:pt x="53242" y="30480"/>
                    <a:pt x="70705" y="29210"/>
                  </a:cubicBezTo>
                  <a:cubicBezTo>
                    <a:pt x="100172" y="25400"/>
                    <a:pt x="129640" y="22860"/>
                    <a:pt x="160199" y="20320"/>
                  </a:cubicBezTo>
                  <a:cubicBezTo>
                    <a:pt x="180935" y="17780"/>
                    <a:pt x="201672" y="16510"/>
                    <a:pt x="221317" y="13970"/>
                  </a:cubicBezTo>
                  <a:cubicBezTo>
                    <a:pt x="240962" y="11430"/>
                    <a:pt x="261699" y="8890"/>
                    <a:pt x="281344" y="8890"/>
                  </a:cubicBezTo>
                  <a:cubicBezTo>
                    <a:pt x="303171" y="7620"/>
                    <a:pt x="324999" y="10160"/>
                    <a:pt x="346827" y="8890"/>
                  </a:cubicBezTo>
                  <a:cubicBezTo>
                    <a:pt x="374112" y="8890"/>
                    <a:pt x="868513" y="6350"/>
                    <a:pt x="895798" y="5080"/>
                  </a:cubicBezTo>
                  <a:cubicBezTo>
                    <a:pt x="921991" y="3810"/>
                    <a:pt x="948185" y="2540"/>
                    <a:pt x="975470" y="2540"/>
                  </a:cubicBezTo>
                  <a:cubicBezTo>
                    <a:pt x="1020217" y="1270"/>
                    <a:pt x="1063872" y="0"/>
                    <a:pt x="1108619" y="0"/>
                  </a:cubicBezTo>
                  <a:cubicBezTo>
                    <a:pt x="1127173" y="0"/>
                    <a:pt x="1146818" y="2540"/>
                    <a:pt x="1165372" y="2540"/>
                  </a:cubicBezTo>
                  <a:cubicBezTo>
                    <a:pt x="1216667" y="3810"/>
                    <a:pt x="1269054" y="5080"/>
                    <a:pt x="1320350" y="7620"/>
                  </a:cubicBezTo>
                  <a:cubicBezTo>
                    <a:pt x="1347634" y="8890"/>
                    <a:pt x="1374919" y="12700"/>
                    <a:pt x="1402204" y="16510"/>
                  </a:cubicBezTo>
                  <a:lnTo>
                    <a:pt x="1421156" y="16510"/>
                  </a:lnTo>
                  <a:cubicBezTo>
                    <a:pt x="1432586" y="17780"/>
                    <a:pt x="1441476" y="20320"/>
                    <a:pt x="1451636" y="21590"/>
                  </a:cubicBezTo>
                  <a:close/>
                  <a:moveTo>
                    <a:pt x="1461796" y="325965"/>
                  </a:moveTo>
                  <a:cubicBezTo>
                    <a:pt x="1463066" y="309455"/>
                    <a:pt x="1464336" y="296755"/>
                    <a:pt x="1464336" y="284055"/>
                  </a:cubicBezTo>
                  <a:cubicBezTo>
                    <a:pt x="1463066" y="272052"/>
                    <a:pt x="1461796" y="262365"/>
                    <a:pt x="1461796" y="251946"/>
                  </a:cubicBezTo>
                  <a:cubicBezTo>
                    <a:pt x="1461796" y="247193"/>
                    <a:pt x="1464336" y="242441"/>
                    <a:pt x="1463066" y="237688"/>
                  </a:cubicBezTo>
                  <a:cubicBezTo>
                    <a:pt x="1463066" y="233301"/>
                    <a:pt x="1461796" y="228731"/>
                    <a:pt x="1460526" y="224344"/>
                  </a:cubicBezTo>
                  <a:cubicBezTo>
                    <a:pt x="1455446" y="217581"/>
                    <a:pt x="1444016" y="77565"/>
                    <a:pt x="1444016" y="70801"/>
                  </a:cubicBezTo>
                  <a:cubicBezTo>
                    <a:pt x="1441476" y="65135"/>
                    <a:pt x="1438936" y="59286"/>
                    <a:pt x="1436396" y="53619"/>
                  </a:cubicBezTo>
                  <a:cubicBezTo>
                    <a:pt x="1435126" y="44450"/>
                    <a:pt x="1433856" y="43180"/>
                    <a:pt x="1417484" y="41910"/>
                  </a:cubicBezTo>
                  <a:cubicBezTo>
                    <a:pt x="1414209" y="41910"/>
                    <a:pt x="1412027" y="41910"/>
                    <a:pt x="1408752" y="40640"/>
                  </a:cubicBezTo>
                  <a:cubicBezTo>
                    <a:pt x="1381468" y="36830"/>
                    <a:pt x="1353091" y="31750"/>
                    <a:pt x="1325807" y="30480"/>
                  </a:cubicBezTo>
                  <a:cubicBezTo>
                    <a:pt x="1259232" y="26670"/>
                    <a:pt x="1191565" y="25400"/>
                    <a:pt x="1124990" y="22860"/>
                  </a:cubicBezTo>
                  <a:lnTo>
                    <a:pt x="1046410" y="22860"/>
                  </a:lnTo>
                  <a:cubicBezTo>
                    <a:pt x="1011485" y="22860"/>
                    <a:pt x="976561" y="22860"/>
                    <a:pt x="942728" y="24130"/>
                  </a:cubicBezTo>
                  <a:cubicBezTo>
                    <a:pt x="913260" y="25400"/>
                    <a:pt x="416676" y="29210"/>
                    <a:pt x="387209" y="29210"/>
                  </a:cubicBezTo>
                  <a:cubicBezTo>
                    <a:pt x="339187" y="29210"/>
                    <a:pt x="291166" y="26670"/>
                    <a:pt x="243145" y="33020"/>
                  </a:cubicBezTo>
                  <a:cubicBezTo>
                    <a:pt x="218043" y="36830"/>
                    <a:pt x="194032" y="36830"/>
                    <a:pt x="170021" y="38100"/>
                  </a:cubicBezTo>
                  <a:cubicBezTo>
                    <a:pt x="128549" y="41910"/>
                    <a:pt x="87076" y="45720"/>
                    <a:pt x="45603" y="50800"/>
                  </a:cubicBezTo>
                  <a:cubicBezTo>
                    <a:pt x="33235" y="50800"/>
                    <a:pt x="30695" y="52157"/>
                    <a:pt x="29425" y="54350"/>
                  </a:cubicBezTo>
                  <a:cubicBezTo>
                    <a:pt x="28155" y="57641"/>
                    <a:pt x="28155" y="60931"/>
                    <a:pt x="26885" y="64221"/>
                  </a:cubicBezTo>
                  <a:cubicBezTo>
                    <a:pt x="25615" y="69705"/>
                    <a:pt x="23075" y="75006"/>
                    <a:pt x="21805" y="80489"/>
                  </a:cubicBezTo>
                  <a:cubicBezTo>
                    <a:pt x="16725" y="86339"/>
                    <a:pt x="23075" y="229280"/>
                    <a:pt x="25615" y="235129"/>
                  </a:cubicBezTo>
                  <a:cubicBezTo>
                    <a:pt x="25615" y="241344"/>
                    <a:pt x="25615" y="247741"/>
                    <a:pt x="26885" y="253956"/>
                  </a:cubicBezTo>
                  <a:cubicBezTo>
                    <a:pt x="26885" y="258526"/>
                    <a:pt x="29425" y="263096"/>
                    <a:pt x="29425" y="267666"/>
                  </a:cubicBezTo>
                  <a:cubicBezTo>
                    <a:pt x="29425" y="272601"/>
                    <a:pt x="29425" y="277536"/>
                    <a:pt x="28155" y="284055"/>
                  </a:cubicBezTo>
                  <a:lnTo>
                    <a:pt x="28155" y="294215"/>
                  </a:lnTo>
                  <a:cubicBezTo>
                    <a:pt x="28155" y="304375"/>
                    <a:pt x="31965" y="308185"/>
                    <a:pt x="40855" y="308185"/>
                  </a:cubicBezTo>
                  <a:cubicBezTo>
                    <a:pt x="55425" y="308185"/>
                    <a:pt x="70705" y="309455"/>
                    <a:pt x="84893" y="309455"/>
                  </a:cubicBezTo>
                  <a:cubicBezTo>
                    <a:pt x="105629" y="309455"/>
                    <a:pt x="127457" y="306915"/>
                    <a:pt x="148194" y="309455"/>
                  </a:cubicBezTo>
                  <a:cubicBezTo>
                    <a:pt x="182027" y="313265"/>
                    <a:pt x="215860" y="315805"/>
                    <a:pt x="249693" y="314535"/>
                  </a:cubicBezTo>
                  <a:cubicBezTo>
                    <a:pt x="271521" y="313265"/>
                    <a:pt x="292258" y="315805"/>
                    <a:pt x="314085" y="315805"/>
                  </a:cubicBezTo>
                  <a:cubicBezTo>
                    <a:pt x="345736" y="315805"/>
                    <a:pt x="377386" y="314535"/>
                    <a:pt x="409037" y="315805"/>
                  </a:cubicBezTo>
                  <a:cubicBezTo>
                    <a:pt x="455966" y="317075"/>
                    <a:pt x="971104" y="306915"/>
                    <a:pt x="1019125" y="309455"/>
                  </a:cubicBezTo>
                  <a:cubicBezTo>
                    <a:pt x="1039862" y="310725"/>
                    <a:pt x="1060598" y="311995"/>
                    <a:pt x="1080243" y="311995"/>
                  </a:cubicBezTo>
                  <a:cubicBezTo>
                    <a:pt x="1116259" y="314535"/>
                    <a:pt x="1151184" y="310725"/>
                    <a:pt x="1187200" y="314535"/>
                  </a:cubicBezTo>
                  <a:cubicBezTo>
                    <a:pt x="1216667" y="317075"/>
                    <a:pt x="1246135" y="317075"/>
                    <a:pt x="1275603" y="319615"/>
                  </a:cubicBezTo>
                  <a:cubicBezTo>
                    <a:pt x="1319258" y="323425"/>
                    <a:pt x="1362914" y="325965"/>
                    <a:pt x="1406570" y="327235"/>
                  </a:cubicBezTo>
                  <a:cubicBezTo>
                    <a:pt x="1423696" y="327235"/>
                    <a:pt x="1441476" y="325965"/>
                    <a:pt x="1461796" y="325965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17736" name="Group 30">
            <a:extLst>
              <a:ext uri="{FF2B5EF4-FFF2-40B4-BE49-F238E27FC236}">
                <a16:creationId xmlns:a16="http://schemas.microsoft.com/office/drawing/2014/main" id="{24B84ED6-206D-0CF9-C48B-F6ED37E85127}"/>
              </a:ext>
            </a:extLst>
          </p:cNvPr>
          <p:cNvGrpSpPr/>
          <p:nvPr/>
        </p:nvGrpSpPr>
        <p:grpSpPr>
          <a:xfrm>
            <a:off x="6349066" y="5448466"/>
            <a:ext cx="1468429" cy="391164"/>
            <a:chOff x="0" y="0"/>
            <a:chExt cx="1521271" cy="371685"/>
          </a:xfrm>
        </p:grpSpPr>
        <p:sp>
          <p:nvSpPr>
            <p:cNvPr id="17737" name="Freeform 31">
              <a:extLst>
                <a:ext uri="{FF2B5EF4-FFF2-40B4-BE49-F238E27FC236}">
                  <a16:creationId xmlns:a16="http://schemas.microsoft.com/office/drawing/2014/main" id="{6A57871E-1EAE-2F84-0E7D-B179C467C4EC}"/>
                </a:ext>
              </a:extLst>
            </p:cNvPr>
            <p:cNvSpPr/>
            <p:nvPr/>
          </p:nvSpPr>
          <p:spPr>
            <a:xfrm>
              <a:off x="39980" y="45156"/>
              <a:ext cx="1481291" cy="325824"/>
            </a:xfrm>
            <a:custGeom>
              <a:avLst/>
              <a:gdLst/>
              <a:ahLst/>
              <a:cxnLst/>
              <a:rect l="l" t="t" r="r" b="b"/>
              <a:pathLst>
                <a:path w="1481291" h="325824">
                  <a:moveTo>
                    <a:pt x="660" y="296049"/>
                  </a:moveTo>
                  <a:cubicBezTo>
                    <a:pt x="-1880" y="304939"/>
                    <a:pt x="3200" y="311289"/>
                    <a:pt x="10865" y="312559"/>
                  </a:cubicBezTo>
                  <a:cubicBezTo>
                    <a:pt x="19596" y="313829"/>
                    <a:pt x="27236" y="313829"/>
                    <a:pt x="35967" y="313829"/>
                  </a:cubicBezTo>
                  <a:cubicBezTo>
                    <a:pt x="70891" y="315099"/>
                    <a:pt x="105816" y="315099"/>
                    <a:pt x="141832" y="316369"/>
                  </a:cubicBezTo>
                  <a:cubicBezTo>
                    <a:pt x="161477" y="317639"/>
                    <a:pt x="181122" y="318909"/>
                    <a:pt x="199676" y="320179"/>
                  </a:cubicBezTo>
                  <a:cubicBezTo>
                    <a:pt x="232417" y="321449"/>
                    <a:pt x="264068" y="321449"/>
                    <a:pt x="296810" y="322719"/>
                  </a:cubicBezTo>
                  <a:cubicBezTo>
                    <a:pt x="309906" y="322719"/>
                    <a:pt x="321912" y="322719"/>
                    <a:pt x="335008" y="321449"/>
                  </a:cubicBezTo>
                  <a:cubicBezTo>
                    <a:pt x="340465" y="321449"/>
                    <a:pt x="347014" y="320179"/>
                    <a:pt x="352471" y="320179"/>
                  </a:cubicBezTo>
                  <a:cubicBezTo>
                    <a:pt x="374299" y="321449"/>
                    <a:pt x="810856" y="312559"/>
                    <a:pt x="832683" y="313829"/>
                  </a:cubicBezTo>
                  <a:cubicBezTo>
                    <a:pt x="863242" y="315099"/>
                    <a:pt x="947280" y="315099"/>
                    <a:pt x="977839" y="315099"/>
                  </a:cubicBezTo>
                  <a:cubicBezTo>
                    <a:pt x="989844" y="315099"/>
                    <a:pt x="1000758" y="313829"/>
                    <a:pt x="1012763" y="313829"/>
                  </a:cubicBezTo>
                  <a:lnTo>
                    <a:pt x="1071699" y="317639"/>
                  </a:lnTo>
                  <a:cubicBezTo>
                    <a:pt x="1114263" y="320179"/>
                    <a:pt x="1155736" y="317639"/>
                    <a:pt x="1198300" y="321449"/>
                  </a:cubicBezTo>
                  <a:cubicBezTo>
                    <a:pt x="1269241" y="326529"/>
                    <a:pt x="1341273" y="320179"/>
                    <a:pt x="1417791" y="325259"/>
                  </a:cubicBezTo>
                  <a:cubicBezTo>
                    <a:pt x="1438111" y="326529"/>
                    <a:pt x="1458431" y="325259"/>
                    <a:pt x="1481291" y="325259"/>
                  </a:cubicBezTo>
                  <a:lnTo>
                    <a:pt x="1481291" y="265569"/>
                  </a:lnTo>
                  <a:cubicBezTo>
                    <a:pt x="1480021" y="231832"/>
                    <a:pt x="1478751" y="223058"/>
                    <a:pt x="1478751" y="213736"/>
                  </a:cubicBezTo>
                  <a:cubicBezTo>
                    <a:pt x="1478751" y="202951"/>
                    <a:pt x="1482561" y="191984"/>
                    <a:pt x="1476211" y="181199"/>
                  </a:cubicBezTo>
                  <a:cubicBezTo>
                    <a:pt x="1468591" y="174070"/>
                    <a:pt x="1457161" y="33505"/>
                    <a:pt x="1457161" y="26377"/>
                  </a:cubicBezTo>
                  <a:cubicBezTo>
                    <a:pt x="1454621" y="21441"/>
                    <a:pt x="1453351" y="16323"/>
                    <a:pt x="1450811" y="11388"/>
                  </a:cubicBezTo>
                  <a:cubicBezTo>
                    <a:pt x="1450811" y="9926"/>
                    <a:pt x="1449541" y="8463"/>
                    <a:pt x="1448271" y="5644"/>
                  </a:cubicBezTo>
                  <a:cubicBezTo>
                    <a:pt x="1438111" y="3104"/>
                    <a:pt x="1429221" y="1834"/>
                    <a:pt x="1419061" y="564"/>
                  </a:cubicBezTo>
                  <a:cubicBezTo>
                    <a:pt x="1411441" y="-706"/>
                    <a:pt x="1403821" y="564"/>
                    <a:pt x="1397471" y="564"/>
                  </a:cubicBezTo>
                  <a:lnTo>
                    <a:pt x="5408" y="5644"/>
                  </a:lnTo>
                  <a:lnTo>
                    <a:pt x="660" y="296049"/>
                  </a:lnTo>
                  <a:close/>
                </a:path>
              </a:pathLst>
            </a:custGeom>
            <a:solidFill>
              <a:srgbClr val="FCFCF8"/>
            </a:solidFill>
          </p:spPr>
          <p:txBody>
            <a:bodyPr/>
            <a:lstStyle/>
            <a:p>
              <a:endParaRPr lang="en-AU"/>
            </a:p>
          </p:txBody>
        </p:sp>
        <p:sp>
          <p:nvSpPr>
            <p:cNvPr id="17738" name="Freeform 32">
              <a:extLst>
                <a:ext uri="{FF2B5EF4-FFF2-40B4-BE49-F238E27FC236}">
                  <a16:creationId xmlns:a16="http://schemas.microsoft.com/office/drawing/2014/main" id="{4935964A-8159-FFB3-AA1D-C22D918BD373}"/>
                </a:ext>
              </a:extLst>
            </p:cNvPr>
            <p:cNvSpPr/>
            <p:nvPr/>
          </p:nvSpPr>
          <p:spPr>
            <a:xfrm>
              <a:off x="11430" y="16510"/>
              <a:ext cx="1460311" cy="317075"/>
            </a:xfrm>
            <a:custGeom>
              <a:avLst/>
              <a:gdLst/>
              <a:ahLst/>
              <a:cxnLst/>
              <a:rect l="l" t="t" r="r" b="b"/>
              <a:pathLst>
                <a:path w="1460311" h="317075">
                  <a:moveTo>
                    <a:pt x="1460311" y="317075"/>
                  </a:moveTo>
                  <a:lnTo>
                    <a:pt x="0" y="309455"/>
                  </a:lnTo>
                  <a:lnTo>
                    <a:pt x="0" y="116440"/>
                  </a:lnTo>
                  <a:lnTo>
                    <a:pt x="7620" y="20320"/>
                  </a:lnTo>
                  <a:lnTo>
                    <a:pt x="724809" y="0"/>
                  </a:lnTo>
                  <a:lnTo>
                    <a:pt x="1438721" y="8890"/>
                  </a:lnTo>
                  <a:close/>
                </a:path>
              </a:pathLst>
            </a:custGeom>
            <a:solidFill>
              <a:srgbClr val="B0ECB1"/>
            </a:solidFill>
          </p:spPr>
          <p:txBody>
            <a:bodyPr/>
            <a:lstStyle/>
            <a:p>
              <a:endParaRPr lang="en-AU"/>
            </a:p>
          </p:txBody>
        </p:sp>
        <p:sp>
          <p:nvSpPr>
            <p:cNvPr id="17739" name="Freeform 33">
              <a:extLst>
                <a:ext uri="{FF2B5EF4-FFF2-40B4-BE49-F238E27FC236}">
                  <a16:creationId xmlns:a16="http://schemas.microsoft.com/office/drawing/2014/main" id="{F0C00ACC-C15B-4CC2-05A7-D24658255AEB}"/>
                </a:ext>
              </a:extLst>
            </p:cNvPr>
            <p:cNvSpPr/>
            <p:nvPr/>
          </p:nvSpPr>
          <p:spPr>
            <a:xfrm>
              <a:off x="-215" y="0"/>
              <a:ext cx="1484655" cy="343039"/>
            </a:xfrm>
            <a:custGeom>
              <a:avLst/>
              <a:gdLst/>
              <a:ahLst/>
              <a:cxnLst/>
              <a:rect l="l" t="t" r="r" b="b"/>
              <a:pathLst>
                <a:path w="1484655" h="343039">
                  <a:moveTo>
                    <a:pt x="1451636" y="21590"/>
                  </a:moveTo>
                  <a:cubicBezTo>
                    <a:pt x="1452906" y="34290"/>
                    <a:pt x="1452906" y="44450"/>
                    <a:pt x="1454176" y="52340"/>
                  </a:cubicBezTo>
                  <a:cubicBezTo>
                    <a:pt x="1456716" y="57275"/>
                    <a:pt x="1457986" y="62393"/>
                    <a:pt x="1460526" y="67328"/>
                  </a:cubicBezTo>
                  <a:cubicBezTo>
                    <a:pt x="1460526" y="74457"/>
                    <a:pt x="1473226" y="215022"/>
                    <a:pt x="1479576" y="222151"/>
                  </a:cubicBezTo>
                  <a:cubicBezTo>
                    <a:pt x="1485926" y="232936"/>
                    <a:pt x="1482116" y="243903"/>
                    <a:pt x="1482116" y="254687"/>
                  </a:cubicBezTo>
                  <a:cubicBezTo>
                    <a:pt x="1482116" y="264192"/>
                    <a:pt x="1483386" y="272966"/>
                    <a:pt x="1484656" y="282785"/>
                  </a:cubicBezTo>
                  <a:lnTo>
                    <a:pt x="1484656" y="342475"/>
                  </a:lnTo>
                  <a:cubicBezTo>
                    <a:pt x="1461796" y="342475"/>
                    <a:pt x="1441476" y="343745"/>
                    <a:pt x="1421156" y="342475"/>
                  </a:cubicBezTo>
                  <a:cubicBezTo>
                    <a:pt x="1349817" y="337395"/>
                    <a:pt x="1277785" y="343745"/>
                    <a:pt x="1206845" y="338665"/>
                  </a:cubicBezTo>
                  <a:cubicBezTo>
                    <a:pt x="1164280" y="334855"/>
                    <a:pt x="1122808" y="337395"/>
                    <a:pt x="1080243" y="334855"/>
                  </a:cubicBezTo>
                  <a:lnTo>
                    <a:pt x="1021308" y="331045"/>
                  </a:lnTo>
                  <a:cubicBezTo>
                    <a:pt x="1009303" y="331045"/>
                    <a:pt x="998389" y="332315"/>
                    <a:pt x="986383" y="332315"/>
                  </a:cubicBezTo>
                  <a:cubicBezTo>
                    <a:pt x="955824" y="331045"/>
                    <a:pt x="871787" y="332315"/>
                    <a:pt x="841228" y="331045"/>
                  </a:cubicBezTo>
                  <a:cubicBezTo>
                    <a:pt x="819400" y="329775"/>
                    <a:pt x="382843" y="338665"/>
                    <a:pt x="361015" y="337395"/>
                  </a:cubicBezTo>
                  <a:cubicBezTo>
                    <a:pt x="355558" y="337395"/>
                    <a:pt x="349010" y="338665"/>
                    <a:pt x="343553" y="338665"/>
                  </a:cubicBezTo>
                  <a:cubicBezTo>
                    <a:pt x="330456" y="338665"/>
                    <a:pt x="318451" y="339935"/>
                    <a:pt x="305354" y="339935"/>
                  </a:cubicBezTo>
                  <a:cubicBezTo>
                    <a:pt x="272612" y="339935"/>
                    <a:pt x="240962" y="338665"/>
                    <a:pt x="208220" y="337395"/>
                  </a:cubicBezTo>
                  <a:cubicBezTo>
                    <a:pt x="188575" y="336125"/>
                    <a:pt x="168930" y="334855"/>
                    <a:pt x="150376" y="333585"/>
                  </a:cubicBezTo>
                  <a:cubicBezTo>
                    <a:pt x="115452" y="332315"/>
                    <a:pt x="80527" y="331045"/>
                    <a:pt x="44511" y="331045"/>
                  </a:cubicBezTo>
                  <a:cubicBezTo>
                    <a:pt x="34505" y="331045"/>
                    <a:pt x="25615" y="331045"/>
                    <a:pt x="15455" y="329775"/>
                  </a:cubicBezTo>
                  <a:cubicBezTo>
                    <a:pt x="6565" y="328505"/>
                    <a:pt x="1485" y="322155"/>
                    <a:pt x="4025" y="313265"/>
                  </a:cubicBezTo>
                  <a:cubicBezTo>
                    <a:pt x="12915" y="282106"/>
                    <a:pt x="9105" y="277536"/>
                    <a:pt x="7835" y="272784"/>
                  </a:cubicBezTo>
                  <a:cubicBezTo>
                    <a:pt x="6565" y="263096"/>
                    <a:pt x="2755" y="253591"/>
                    <a:pt x="4025" y="243903"/>
                  </a:cubicBezTo>
                  <a:cubicBezTo>
                    <a:pt x="1485" y="231839"/>
                    <a:pt x="-3595" y="82500"/>
                    <a:pt x="4025" y="70253"/>
                  </a:cubicBezTo>
                  <a:cubicBezTo>
                    <a:pt x="5295" y="67877"/>
                    <a:pt x="4025" y="65318"/>
                    <a:pt x="5295" y="62941"/>
                  </a:cubicBezTo>
                  <a:cubicBezTo>
                    <a:pt x="6565" y="59103"/>
                    <a:pt x="9105" y="54899"/>
                    <a:pt x="10375" y="44450"/>
                  </a:cubicBezTo>
                  <a:cubicBezTo>
                    <a:pt x="10375" y="41910"/>
                    <a:pt x="11645" y="39370"/>
                    <a:pt x="12915" y="38100"/>
                  </a:cubicBezTo>
                  <a:cubicBezTo>
                    <a:pt x="34505" y="35560"/>
                    <a:pt x="53242" y="30480"/>
                    <a:pt x="70705" y="29210"/>
                  </a:cubicBezTo>
                  <a:cubicBezTo>
                    <a:pt x="100172" y="25400"/>
                    <a:pt x="129640" y="22860"/>
                    <a:pt x="160199" y="20320"/>
                  </a:cubicBezTo>
                  <a:cubicBezTo>
                    <a:pt x="180935" y="17780"/>
                    <a:pt x="201672" y="16510"/>
                    <a:pt x="221317" y="13970"/>
                  </a:cubicBezTo>
                  <a:cubicBezTo>
                    <a:pt x="240962" y="11430"/>
                    <a:pt x="261699" y="8890"/>
                    <a:pt x="281344" y="8890"/>
                  </a:cubicBezTo>
                  <a:cubicBezTo>
                    <a:pt x="303171" y="7620"/>
                    <a:pt x="324999" y="10160"/>
                    <a:pt x="346827" y="8890"/>
                  </a:cubicBezTo>
                  <a:cubicBezTo>
                    <a:pt x="374112" y="8890"/>
                    <a:pt x="868513" y="6350"/>
                    <a:pt x="895798" y="5080"/>
                  </a:cubicBezTo>
                  <a:cubicBezTo>
                    <a:pt x="921991" y="3810"/>
                    <a:pt x="948185" y="2540"/>
                    <a:pt x="975470" y="2540"/>
                  </a:cubicBezTo>
                  <a:cubicBezTo>
                    <a:pt x="1020217" y="1270"/>
                    <a:pt x="1063872" y="0"/>
                    <a:pt x="1108619" y="0"/>
                  </a:cubicBezTo>
                  <a:cubicBezTo>
                    <a:pt x="1127173" y="0"/>
                    <a:pt x="1146818" y="2540"/>
                    <a:pt x="1165372" y="2540"/>
                  </a:cubicBezTo>
                  <a:cubicBezTo>
                    <a:pt x="1216667" y="3810"/>
                    <a:pt x="1269054" y="5080"/>
                    <a:pt x="1320350" y="7620"/>
                  </a:cubicBezTo>
                  <a:cubicBezTo>
                    <a:pt x="1347634" y="8890"/>
                    <a:pt x="1374919" y="12700"/>
                    <a:pt x="1402204" y="16510"/>
                  </a:cubicBezTo>
                  <a:lnTo>
                    <a:pt x="1421156" y="16510"/>
                  </a:lnTo>
                  <a:cubicBezTo>
                    <a:pt x="1432586" y="17780"/>
                    <a:pt x="1441476" y="20320"/>
                    <a:pt x="1451636" y="21590"/>
                  </a:cubicBezTo>
                  <a:close/>
                  <a:moveTo>
                    <a:pt x="1461796" y="325965"/>
                  </a:moveTo>
                  <a:cubicBezTo>
                    <a:pt x="1463066" y="309455"/>
                    <a:pt x="1464336" y="296755"/>
                    <a:pt x="1464336" y="284055"/>
                  </a:cubicBezTo>
                  <a:cubicBezTo>
                    <a:pt x="1463066" y="272052"/>
                    <a:pt x="1461796" y="262365"/>
                    <a:pt x="1461796" y="251946"/>
                  </a:cubicBezTo>
                  <a:cubicBezTo>
                    <a:pt x="1461796" y="247193"/>
                    <a:pt x="1464336" y="242441"/>
                    <a:pt x="1463066" y="237688"/>
                  </a:cubicBezTo>
                  <a:cubicBezTo>
                    <a:pt x="1463066" y="233301"/>
                    <a:pt x="1461796" y="228731"/>
                    <a:pt x="1460526" y="224344"/>
                  </a:cubicBezTo>
                  <a:cubicBezTo>
                    <a:pt x="1455446" y="217581"/>
                    <a:pt x="1444016" y="77565"/>
                    <a:pt x="1444016" y="70801"/>
                  </a:cubicBezTo>
                  <a:cubicBezTo>
                    <a:pt x="1441476" y="65135"/>
                    <a:pt x="1438936" y="59286"/>
                    <a:pt x="1436396" y="53619"/>
                  </a:cubicBezTo>
                  <a:cubicBezTo>
                    <a:pt x="1435126" y="44450"/>
                    <a:pt x="1433856" y="43180"/>
                    <a:pt x="1417484" y="41910"/>
                  </a:cubicBezTo>
                  <a:cubicBezTo>
                    <a:pt x="1414209" y="41910"/>
                    <a:pt x="1412027" y="41910"/>
                    <a:pt x="1408752" y="40640"/>
                  </a:cubicBezTo>
                  <a:cubicBezTo>
                    <a:pt x="1381468" y="36830"/>
                    <a:pt x="1353091" y="31750"/>
                    <a:pt x="1325807" y="30480"/>
                  </a:cubicBezTo>
                  <a:cubicBezTo>
                    <a:pt x="1259232" y="26670"/>
                    <a:pt x="1191565" y="25400"/>
                    <a:pt x="1124990" y="22860"/>
                  </a:cubicBezTo>
                  <a:lnTo>
                    <a:pt x="1046410" y="22860"/>
                  </a:lnTo>
                  <a:cubicBezTo>
                    <a:pt x="1011485" y="22860"/>
                    <a:pt x="976561" y="22860"/>
                    <a:pt x="942728" y="24130"/>
                  </a:cubicBezTo>
                  <a:cubicBezTo>
                    <a:pt x="913260" y="25400"/>
                    <a:pt x="416676" y="29210"/>
                    <a:pt x="387209" y="29210"/>
                  </a:cubicBezTo>
                  <a:cubicBezTo>
                    <a:pt x="339187" y="29210"/>
                    <a:pt x="291166" y="26670"/>
                    <a:pt x="243145" y="33020"/>
                  </a:cubicBezTo>
                  <a:cubicBezTo>
                    <a:pt x="218043" y="36830"/>
                    <a:pt x="194032" y="36830"/>
                    <a:pt x="170021" y="38100"/>
                  </a:cubicBezTo>
                  <a:cubicBezTo>
                    <a:pt x="128549" y="41910"/>
                    <a:pt x="87076" y="45720"/>
                    <a:pt x="45603" y="50800"/>
                  </a:cubicBezTo>
                  <a:cubicBezTo>
                    <a:pt x="33235" y="50800"/>
                    <a:pt x="30695" y="52157"/>
                    <a:pt x="29425" y="54350"/>
                  </a:cubicBezTo>
                  <a:cubicBezTo>
                    <a:pt x="28155" y="57641"/>
                    <a:pt x="28155" y="60931"/>
                    <a:pt x="26885" y="64221"/>
                  </a:cubicBezTo>
                  <a:cubicBezTo>
                    <a:pt x="25615" y="69705"/>
                    <a:pt x="23075" y="75006"/>
                    <a:pt x="21805" y="80489"/>
                  </a:cubicBezTo>
                  <a:cubicBezTo>
                    <a:pt x="16725" y="86339"/>
                    <a:pt x="23075" y="229280"/>
                    <a:pt x="25615" y="235129"/>
                  </a:cubicBezTo>
                  <a:cubicBezTo>
                    <a:pt x="25615" y="241344"/>
                    <a:pt x="25615" y="247741"/>
                    <a:pt x="26885" y="253956"/>
                  </a:cubicBezTo>
                  <a:cubicBezTo>
                    <a:pt x="26885" y="258526"/>
                    <a:pt x="29425" y="263096"/>
                    <a:pt x="29425" y="267666"/>
                  </a:cubicBezTo>
                  <a:cubicBezTo>
                    <a:pt x="29425" y="272601"/>
                    <a:pt x="29425" y="277536"/>
                    <a:pt x="28155" y="284055"/>
                  </a:cubicBezTo>
                  <a:lnTo>
                    <a:pt x="28155" y="294215"/>
                  </a:lnTo>
                  <a:cubicBezTo>
                    <a:pt x="28155" y="304375"/>
                    <a:pt x="31965" y="308185"/>
                    <a:pt x="40855" y="308185"/>
                  </a:cubicBezTo>
                  <a:cubicBezTo>
                    <a:pt x="55425" y="308185"/>
                    <a:pt x="70705" y="309455"/>
                    <a:pt x="84893" y="309455"/>
                  </a:cubicBezTo>
                  <a:cubicBezTo>
                    <a:pt x="105629" y="309455"/>
                    <a:pt x="127457" y="306915"/>
                    <a:pt x="148194" y="309455"/>
                  </a:cubicBezTo>
                  <a:cubicBezTo>
                    <a:pt x="182027" y="313265"/>
                    <a:pt x="215860" y="315805"/>
                    <a:pt x="249693" y="314535"/>
                  </a:cubicBezTo>
                  <a:cubicBezTo>
                    <a:pt x="271521" y="313265"/>
                    <a:pt x="292258" y="315805"/>
                    <a:pt x="314085" y="315805"/>
                  </a:cubicBezTo>
                  <a:cubicBezTo>
                    <a:pt x="345736" y="315805"/>
                    <a:pt x="377386" y="314535"/>
                    <a:pt x="409037" y="315805"/>
                  </a:cubicBezTo>
                  <a:cubicBezTo>
                    <a:pt x="455966" y="317075"/>
                    <a:pt x="971104" y="306915"/>
                    <a:pt x="1019125" y="309455"/>
                  </a:cubicBezTo>
                  <a:cubicBezTo>
                    <a:pt x="1039862" y="310725"/>
                    <a:pt x="1060598" y="311995"/>
                    <a:pt x="1080243" y="311995"/>
                  </a:cubicBezTo>
                  <a:cubicBezTo>
                    <a:pt x="1116259" y="314535"/>
                    <a:pt x="1151184" y="310725"/>
                    <a:pt x="1187200" y="314535"/>
                  </a:cubicBezTo>
                  <a:cubicBezTo>
                    <a:pt x="1216667" y="317075"/>
                    <a:pt x="1246135" y="317075"/>
                    <a:pt x="1275603" y="319615"/>
                  </a:cubicBezTo>
                  <a:cubicBezTo>
                    <a:pt x="1319258" y="323425"/>
                    <a:pt x="1362914" y="325965"/>
                    <a:pt x="1406570" y="327235"/>
                  </a:cubicBezTo>
                  <a:cubicBezTo>
                    <a:pt x="1423696" y="327235"/>
                    <a:pt x="1441476" y="325965"/>
                    <a:pt x="1461796" y="325965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AU"/>
            </a:p>
          </p:txBody>
        </p:sp>
      </p:grpSp>
      <p:sp>
        <p:nvSpPr>
          <p:cNvPr id="17744" name="AutoShape 38">
            <a:extLst>
              <a:ext uri="{FF2B5EF4-FFF2-40B4-BE49-F238E27FC236}">
                <a16:creationId xmlns:a16="http://schemas.microsoft.com/office/drawing/2014/main" id="{EFE5C997-7465-4E92-985F-19E89DA118D4}"/>
              </a:ext>
            </a:extLst>
          </p:cNvPr>
          <p:cNvSpPr/>
          <p:nvPr/>
        </p:nvSpPr>
        <p:spPr>
          <a:xfrm flipV="1">
            <a:off x="1312754" y="5187280"/>
            <a:ext cx="0" cy="243605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endParaRPr lang="en-AU"/>
          </a:p>
        </p:txBody>
      </p:sp>
      <p:sp>
        <p:nvSpPr>
          <p:cNvPr id="17745" name="AutoShape 39">
            <a:extLst>
              <a:ext uri="{FF2B5EF4-FFF2-40B4-BE49-F238E27FC236}">
                <a16:creationId xmlns:a16="http://schemas.microsoft.com/office/drawing/2014/main" id="{ECC7A078-4A92-06EE-28F9-A7C37E354504}"/>
              </a:ext>
            </a:extLst>
          </p:cNvPr>
          <p:cNvSpPr/>
          <p:nvPr/>
        </p:nvSpPr>
        <p:spPr>
          <a:xfrm flipV="1">
            <a:off x="5400948" y="5167784"/>
            <a:ext cx="0" cy="243605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endParaRPr lang="en-AU"/>
          </a:p>
        </p:txBody>
      </p:sp>
      <p:sp>
        <p:nvSpPr>
          <p:cNvPr id="17746" name="AutoShape 40">
            <a:extLst>
              <a:ext uri="{FF2B5EF4-FFF2-40B4-BE49-F238E27FC236}">
                <a16:creationId xmlns:a16="http://schemas.microsoft.com/office/drawing/2014/main" id="{0BC03EE9-678F-DAEA-E224-E499CA76E8E1}"/>
              </a:ext>
            </a:extLst>
          </p:cNvPr>
          <p:cNvSpPr/>
          <p:nvPr/>
        </p:nvSpPr>
        <p:spPr>
          <a:xfrm flipV="1">
            <a:off x="3108482" y="5167784"/>
            <a:ext cx="0" cy="243605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endParaRPr lang="en-AU"/>
          </a:p>
        </p:txBody>
      </p:sp>
      <p:sp>
        <p:nvSpPr>
          <p:cNvPr id="17747" name="AutoShape 41">
            <a:extLst>
              <a:ext uri="{FF2B5EF4-FFF2-40B4-BE49-F238E27FC236}">
                <a16:creationId xmlns:a16="http://schemas.microsoft.com/office/drawing/2014/main" id="{60565226-5C62-739E-2335-9F201B8E92D3}"/>
              </a:ext>
            </a:extLst>
          </p:cNvPr>
          <p:cNvSpPr/>
          <p:nvPr/>
        </p:nvSpPr>
        <p:spPr>
          <a:xfrm flipV="1">
            <a:off x="9046030" y="5167784"/>
            <a:ext cx="0" cy="243605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endParaRPr lang="en-AU"/>
          </a:p>
        </p:txBody>
      </p:sp>
      <p:grpSp>
        <p:nvGrpSpPr>
          <p:cNvPr id="17752" name="Group 46">
            <a:extLst>
              <a:ext uri="{FF2B5EF4-FFF2-40B4-BE49-F238E27FC236}">
                <a16:creationId xmlns:a16="http://schemas.microsoft.com/office/drawing/2014/main" id="{E3E96602-24F6-2ACA-5F38-526C02ECBF48}"/>
              </a:ext>
            </a:extLst>
          </p:cNvPr>
          <p:cNvGrpSpPr/>
          <p:nvPr/>
        </p:nvGrpSpPr>
        <p:grpSpPr>
          <a:xfrm>
            <a:off x="190678" y="5466989"/>
            <a:ext cx="1420829" cy="248511"/>
            <a:chOff x="0" y="0"/>
            <a:chExt cx="2125053" cy="371685"/>
          </a:xfrm>
        </p:grpSpPr>
        <p:sp>
          <p:nvSpPr>
            <p:cNvPr id="17753" name="Freeform 47">
              <a:extLst>
                <a:ext uri="{FF2B5EF4-FFF2-40B4-BE49-F238E27FC236}">
                  <a16:creationId xmlns:a16="http://schemas.microsoft.com/office/drawing/2014/main" id="{892A2883-B09C-E584-20D6-77B133668A9D}"/>
                </a:ext>
              </a:extLst>
            </p:cNvPr>
            <p:cNvSpPr/>
            <p:nvPr/>
          </p:nvSpPr>
          <p:spPr>
            <a:xfrm>
              <a:off x="39997" y="45156"/>
              <a:ext cx="2085057" cy="325824"/>
            </a:xfrm>
            <a:custGeom>
              <a:avLst/>
              <a:gdLst/>
              <a:ahLst/>
              <a:cxnLst/>
              <a:rect l="l" t="t" r="r" b="b"/>
              <a:pathLst>
                <a:path w="2085057" h="325824">
                  <a:moveTo>
                    <a:pt x="643" y="296049"/>
                  </a:moveTo>
                  <a:cubicBezTo>
                    <a:pt x="-1897" y="304939"/>
                    <a:pt x="3183" y="311289"/>
                    <a:pt x="14136" y="312559"/>
                  </a:cubicBezTo>
                  <a:cubicBezTo>
                    <a:pt x="26702" y="313829"/>
                    <a:pt x="37697" y="313829"/>
                    <a:pt x="50263" y="313829"/>
                  </a:cubicBezTo>
                  <a:cubicBezTo>
                    <a:pt x="100526" y="315099"/>
                    <a:pt x="150789" y="315099"/>
                    <a:pt x="202623" y="316369"/>
                  </a:cubicBezTo>
                  <a:cubicBezTo>
                    <a:pt x="230896" y="317639"/>
                    <a:pt x="259169" y="318909"/>
                    <a:pt x="285872" y="320179"/>
                  </a:cubicBezTo>
                  <a:cubicBezTo>
                    <a:pt x="332993" y="321449"/>
                    <a:pt x="378544" y="321449"/>
                    <a:pt x="425666" y="322719"/>
                  </a:cubicBezTo>
                  <a:cubicBezTo>
                    <a:pt x="444515" y="322719"/>
                    <a:pt x="461793" y="322719"/>
                    <a:pt x="480642" y="321449"/>
                  </a:cubicBezTo>
                  <a:cubicBezTo>
                    <a:pt x="488495" y="321449"/>
                    <a:pt x="497920" y="320179"/>
                    <a:pt x="505773" y="320179"/>
                  </a:cubicBezTo>
                  <a:cubicBezTo>
                    <a:pt x="537188" y="321449"/>
                    <a:pt x="1165478" y="312559"/>
                    <a:pt x="1196892" y="313829"/>
                  </a:cubicBezTo>
                  <a:cubicBezTo>
                    <a:pt x="1240873" y="315099"/>
                    <a:pt x="1361819" y="315099"/>
                    <a:pt x="1405799" y="315099"/>
                  </a:cubicBezTo>
                  <a:cubicBezTo>
                    <a:pt x="1423077" y="315099"/>
                    <a:pt x="1438784" y="313829"/>
                    <a:pt x="1456062" y="313829"/>
                  </a:cubicBezTo>
                  <a:lnTo>
                    <a:pt x="1540881" y="317639"/>
                  </a:lnTo>
                  <a:cubicBezTo>
                    <a:pt x="1602140" y="320179"/>
                    <a:pt x="1661827" y="317639"/>
                    <a:pt x="1723085" y="321449"/>
                  </a:cubicBezTo>
                  <a:cubicBezTo>
                    <a:pt x="1825183" y="326529"/>
                    <a:pt x="1928850" y="320179"/>
                    <a:pt x="2021556" y="325259"/>
                  </a:cubicBezTo>
                  <a:cubicBezTo>
                    <a:pt x="2041877" y="326529"/>
                    <a:pt x="2062196" y="325259"/>
                    <a:pt x="2085056" y="325259"/>
                  </a:cubicBezTo>
                  <a:lnTo>
                    <a:pt x="2085056" y="265569"/>
                  </a:lnTo>
                  <a:cubicBezTo>
                    <a:pt x="2083786" y="231832"/>
                    <a:pt x="2082516" y="223058"/>
                    <a:pt x="2082516" y="213736"/>
                  </a:cubicBezTo>
                  <a:cubicBezTo>
                    <a:pt x="2082516" y="202951"/>
                    <a:pt x="2086327" y="191984"/>
                    <a:pt x="2079977" y="181199"/>
                  </a:cubicBezTo>
                  <a:cubicBezTo>
                    <a:pt x="2072356" y="174070"/>
                    <a:pt x="2060927" y="33505"/>
                    <a:pt x="2060927" y="26377"/>
                  </a:cubicBezTo>
                  <a:cubicBezTo>
                    <a:pt x="2058386" y="21441"/>
                    <a:pt x="2057116" y="16323"/>
                    <a:pt x="2054577" y="11388"/>
                  </a:cubicBezTo>
                  <a:cubicBezTo>
                    <a:pt x="2054577" y="9926"/>
                    <a:pt x="2053306" y="8463"/>
                    <a:pt x="2052036" y="5644"/>
                  </a:cubicBezTo>
                  <a:cubicBezTo>
                    <a:pt x="2041877" y="3104"/>
                    <a:pt x="2032986" y="1834"/>
                    <a:pt x="2022827" y="564"/>
                  </a:cubicBezTo>
                  <a:cubicBezTo>
                    <a:pt x="2015206" y="-706"/>
                    <a:pt x="2007586" y="564"/>
                    <a:pt x="2001236" y="564"/>
                  </a:cubicBezTo>
                  <a:lnTo>
                    <a:pt x="6282" y="5644"/>
                  </a:lnTo>
                  <a:lnTo>
                    <a:pt x="643" y="296049"/>
                  </a:lnTo>
                  <a:close/>
                </a:path>
              </a:pathLst>
            </a:custGeom>
            <a:solidFill>
              <a:srgbClr val="FCFCF8"/>
            </a:solidFill>
          </p:spPr>
          <p:txBody>
            <a:bodyPr/>
            <a:lstStyle/>
            <a:p>
              <a:endParaRPr lang="en-AU"/>
            </a:p>
          </p:txBody>
        </p:sp>
        <p:sp>
          <p:nvSpPr>
            <p:cNvPr id="17754" name="Freeform 48">
              <a:extLst>
                <a:ext uri="{FF2B5EF4-FFF2-40B4-BE49-F238E27FC236}">
                  <a16:creationId xmlns:a16="http://schemas.microsoft.com/office/drawing/2014/main" id="{7EA65E0D-B0CE-3BFE-1380-CFFD145D67CF}"/>
                </a:ext>
              </a:extLst>
            </p:cNvPr>
            <p:cNvSpPr/>
            <p:nvPr/>
          </p:nvSpPr>
          <p:spPr>
            <a:xfrm>
              <a:off x="11430" y="16510"/>
              <a:ext cx="2064094" cy="317075"/>
            </a:xfrm>
            <a:custGeom>
              <a:avLst/>
              <a:gdLst/>
              <a:ahLst/>
              <a:cxnLst/>
              <a:rect l="l" t="t" r="r" b="b"/>
              <a:pathLst>
                <a:path w="2064094" h="317075">
                  <a:moveTo>
                    <a:pt x="2064094" y="317075"/>
                  </a:moveTo>
                  <a:lnTo>
                    <a:pt x="0" y="309455"/>
                  </a:lnTo>
                  <a:lnTo>
                    <a:pt x="0" y="116440"/>
                  </a:lnTo>
                  <a:lnTo>
                    <a:pt x="7620" y="20320"/>
                  </a:lnTo>
                  <a:lnTo>
                    <a:pt x="1029119" y="0"/>
                  </a:lnTo>
                  <a:lnTo>
                    <a:pt x="2042504" y="8890"/>
                  </a:lnTo>
                  <a:close/>
                </a:path>
              </a:pathLst>
            </a:custGeom>
            <a:solidFill>
              <a:srgbClr val="9CF2FE"/>
            </a:solidFill>
          </p:spPr>
          <p:txBody>
            <a:bodyPr/>
            <a:lstStyle/>
            <a:p>
              <a:endParaRPr lang="en-AU"/>
            </a:p>
          </p:txBody>
        </p:sp>
        <p:sp>
          <p:nvSpPr>
            <p:cNvPr id="17755" name="Freeform 49">
              <a:extLst>
                <a:ext uri="{FF2B5EF4-FFF2-40B4-BE49-F238E27FC236}">
                  <a16:creationId xmlns:a16="http://schemas.microsoft.com/office/drawing/2014/main" id="{F601262F-9446-944A-2F22-B44FD50B8D10}"/>
                </a:ext>
              </a:extLst>
            </p:cNvPr>
            <p:cNvSpPr/>
            <p:nvPr/>
          </p:nvSpPr>
          <p:spPr>
            <a:xfrm>
              <a:off x="-215" y="0"/>
              <a:ext cx="2088438" cy="343039"/>
            </a:xfrm>
            <a:custGeom>
              <a:avLst/>
              <a:gdLst/>
              <a:ahLst/>
              <a:cxnLst/>
              <a:rect l="l" t="t" r="r" b="b"/>
              <a:pathLst>
                <a:path w="2088438" h="343039">
                  <a:moveTo>
                    <a:pt x="2055418" y="21590"/>
                  </a:moveTo>
                  <a:cubicBezTo>
                    <a:pt x="2056689" y="34290"/>
                    <a:pt x="2056689" y="44450"/>
                    <a:pt x="2057958" y="52340"/>
                  </a:cubicBezTo>
                  <a:cubicBezTo>
                    <a:pt x="2060498" y="57275"/>
                    <a:pt x="2061768" y="62393"/>
                    <a:pt x="2064308" y="67328"/>
                  </a:cubicBezTo>
                  <a:cubicBezTo>
                    <a:pt x="2064308" y="74457"/>
                    <a:pt x="2077008" y="215022"/>
                    <a:pt x="2083358" y="222151"/>
                  </a:cubicBezTo>
                  <a:cubicBezTo>
                    <a:pt x="2089708" y="232936"/>
                    <a:pt x="2085898" y="243903"/>
                    <a:pt x="2085898" y="254687"/>
                  </a:cubicBezTo>
                  <a:cubicBezTo>
                    <a:pt x="2085898" y="264192"/>
                    <a:pt x="2087168" y="272966"/>
                    <a:pt x="2088439" y="282785"/>
                  </a:cubicBezTo>
                  <a:lnTo>
                    <a:pt x="2088439" y="342475"/>
                  </a:lnTo>
                  <a:cubicBezTo>
                    <a:pt x="2065578" y="342475"/>
                    <a:pt x="2045258" y="343745"/>
                    <a:pt x="2024939" y="342475"/>
                  </a:cubicBezTo>
                  <a:cubicBezTo>
                    <a:pt x="1923511" y="337395"/>
                    <a:pt x="1819844" y="343745"/>
                    <a:pt x="1717746" y="338665"/>
                  </a:cubicBezTo>
                  <a:cubicBezTo>
                    <a:pt x="1656488" y="334855"/>
                    <a:pt x="1596801" y="337395"/>
                    <a:pt x="1535542" y="334855"/>
                  </a:cubicBezTo>
                  <a:lnTo>
                    <a:pt x="1450723" y="331045"/>
                  </a:lnTo>
                  <a:cubicBezTo>
                    <a:pt x="1433445" y="331045"/>
                    <a:pt x="1417738" y="332315"/>
                    <a:pt x="1400460" y="332315"/>
                  </a:cubicBezTo>
                  <a:cubicBezTo>
                    <a:pt x="1356480" y="331045"/>
                    <a:pt x="1235534" y="332315"/>
                    <a:pt x="1191553" y="331045"/>
                  </a:cubicBezTo>
                  <a:cubicBezTo>
                    <a:pt x="1160139" y="329775"/>
                    <a:pt x="531849" y="338665"/>
                    <a:pt x="500434" y="337395"/>
                  </a:cubicBezTo>
                  <a:cubicBezTo>
                    <a:pt x="492580" y="337395"/>
                    <a:pt x="483156" y="338665"/>
                    <a:pt x="475303" y="338665"/>
                  </a:cubicBezTo>
                  <a:cubicBezTo>
                    <a:pt x="456454" y="338665"/>
                    <a:pt x="439176" y="339935"/>
                    <a:pt x="420327" y="339935"/>
                  </a:cubicBezTo>
                  <a:cubicBezTo>
                    <a:pt x="373205" y="339935"/>
                    <a:pt x="327654" y="338665"/>
                    <a:pt x="280533" y="337395"/>
                  </a:cubicBezTo>
                  <a:cubicBezTo>
                    <a:pt x="252259" y="336125"/>
                    <a:pt x="223986" y="334855"/>
                    <a:pt x="197284" y="333585"/>
                  </a:cubicBezTo>
                  <a:cubicBezTo>
                    <a:pt x="147021" y="332315"/>
                    <a:pt x="96758" y="331045"/>
                    <a:pt x="44924" y="331045"/>
                  </a:cubicBezTo>
                  <a:cubicBezTo>
                    <a:pt x="34505" y="331045"/>
                    <a:pt x="25615" y="331045"/>
                    <a:pt x="15455" y="329775"/>
                  </a:cubicBezTo>
                  <a:cubicBezTo>
                    <a:pt x="6565" y="328505"/>
                    <a:pt x="1485" y="322155"/>
                    <a:pt x="4025" y="313265"/>
                  </a:cubicBezTo>
                  <a:cubicBezTo>
                    <a:pt x="12915" y="282106"/>
                    <a:pt x="9105" y="277536"/>
                    <a:pt x="7835" y="272784"/>
                  </a:cubicBezTo>
                  <a:cubicBezTo>
                    <a:pt x="6565" y="263096"/>
                    <a:pt x="2755" y="253591"/>
                    <a:pt x="4025" y="243903"/>
                  </a:cubicBezTo>
                  <a:cubicBezTo>
                    <a:pt x="1485" y="231839"/>
                    <a:pt x="-3595" y="82500"/>
                    <a:pt x="4025" y="70253"/>
                  </a:cubicBezTo>
                  <a:cubicBezTo>
                    <a:pt x="5295" y="67877"/>
                    <a:pt x="4025" y="65318"/>
                    <a:pt x="5295" y="62941"/>
                  </a:cubicBezTo>
                  <a:cubicBezTo>
                    <a:pt x="6565" y="59103"/>
                    <a:pt x="9105" y="54899"/>
                    <a:pt x="10375" y="44450"/>
                  </a:cubicBezTo>
                  <a:cubicBezTo>
                    <a:pt x="10375" y="41910"/>
                    <a:pt x="11645" y="39370"/>
                    <a:pt x="12915" y="38100"/>
                  </a:cubicBezTo>
                  <a:cubicBezTo>
                    <a:pt x="34505" y="35560"/>
                    <a:pt x="57490" y="30480"/>
                    <a:pt x="82621" y="29210"/>
                  </a:cubicBezTo>
                  <a:cubicBezTo>
                    <a:pt x="125031" y="25400"/>
                    <a:pt x="167440" y="22860"/>
                    <a:pt x="211421" y="20320"/>
                  </a:cubicBezTo>
                  <a:cubicBezTo>
                    <a:pt x="241264" y="17780"/>
                    <a:pt x="271108" y="16510"/>
                    <a:pt x="299381" y="13970"/>
                  </a:cubicBezTo>
                  <a:cubicBezTo>
                    <a:pt x="327654" y="11430"/>
                    <a:pt x="357498" y="8890"/>
                    <a:pt x="385771" y="8890"/>
                  </a:cubicBezTo>
                  <a:cubicBezTo>
                    <a:pt x="417186" y="7620"/>
                    <a:pt x="448600" y="10160"/>
                    <a:pt x="480015" y="8890"/>
                  </a:cubicBezTo>
                  <a:cubicBezTo>
                    <a:pt x="519283" y="8890"/>
                    <a:pt x="1230821" y="6350"/>
                    <a:pt x="1270090" y="5080"/>
                  </a:cubicBezTo>
                  <a:cubicBezTo>
                    <a:pt x="1307787" y="3810"/>
                    <a:pt x="1345485" y="2540"/>
                    <a:pt x="1384753" y="2540"/>
                  </a:cubicBezTo>
                  <a:cubicBezTo>
                    <a:pt x="1449152" y="1270"/>
                    <a:pt x="1511981" y="0"/>
                    <a:pt x="1576381" y="0"/>
                  </a:cubicBezTo>
                  <a:cubicBezTo>
                    <a:pt x="1603084" y="0"/>
                    <a:pt x="1631357" y="2540"/>
                    <a:pt x="1658059" y="2540"/>
                  </a:cubicBezTo>
                  <a:cubicBezTo>
                    <a:pt x="1731883" y="3810"/>
                    <a:pt x="1807278" y="5080"/>
                    <a:pt x="1881102" y="7620"/>
                  </a:cubicBezTo>
                  <a:cubicBezTo>
                    <a:pt x="1920370" y="8890"/>
                    <a:pt x="1959638" y="12700"/>
                    <a:pt x="1998906" y="16510"/>
                  </a:cubicBezTo>
                  <a:lnTo>
                    <a:pt x="2024939" y="16510"/>
                  </a:lnTo>
                  <a:cubicBezTo>
                    <a:pt x="2036368" y="17780"/>
                    <a:pt x="2045258" y="20320"/>
                    <a:pt x="2055418" y="21590"/>
                  </a:cubicBezTo>
                  <a:close/>
                  <a:moveTo>
                    <a:pt x="2065578" y="325965"/>
                  </a:moveTo>
                  <a:cubicBezTo>
                    <a:pt x="2066848" y="309455"/>
                    <a:pt x="2068118" y="296755"/>
                    <a:pt x="2068118" y="284055"/>
                  </a:cubicBezTo>
                  <a:cubicBezTo>
                    <a:pt x="2066848" y="272052"/>
                    <a:pt x="2065578" y="262365"/>
                    <a:pt x="2065578" y="251946"/>
                  </a:cubicBezTo>
                  <a:cubicBezTo>
                    <a:pt x="2065578" y="247193"/>
                    <a:pt x="2068118" y="242441"/>
                    <a:pt x="2066848" y="237688"/>
                  </a:cubicBezTo>
                  <a:cubicBezTo>
                    <a:pt x="2066848" y="233301"/>
                    <a:pt x="2065578" y="228731"/>
                    <a:pt x="2064308" y="224344"/>
                  </a:cubicBezTo>
                  <a:cubicBezTo>
                    <a:pt x="2059228" y="217581"/>
                    <a:pt x="2047798" y="77565"/>
                    <a:pt x="2047798" y="70801"/>
                  </a:cubicBezTo>
                  <a:cubicBezTo>
                    <a:pt x="2045258" y="65135"/>
                    <a:pt x="2042718" y="59286"/>
                    <a:pt x="2040178" y="53619"/>
                  </a:cubicBezTo>
                  <a:cubicBezTo>
                    <a:pt x="2038908" y="44450"/>
                    <a:pt x="2037639" y="43180"/>
                    <a:pt x="2020897" y="41910"/>
                  </a:cubicBezTo>
                  <a:cubicBezTo>
                    <a:pt x="2016184" y="41910"/>
                    <a:pt x="2013043" y="41910"/>
                    <a:pt x="2008331" y="40640"/>
                  </a:cubicBezTo>
                  <a:cubicBezTo>
                    <a:pt x="1969062" y="36830"/>
                    <a:pt x="1928224" y="31750"/>
                    <a:pt x="1888956" y="30480"/>
                  </a:cubicBezTo>
                  <a:cubicBezTo>
                    <a:pt x="1793141" y="26670"/>
                    <a:pt x="1695756" y="25400"/>
                    <a:pt x="1599942" y="22860"/>
                  </a:cubicBezTo>
                  <a:lnTo>
                    <a:pt x="1486850" y="22860"/>
                  </a:lnTo>
                  <a:cubicBezTo>
                    <a:pt x="1436587" y="22860"/>
                    <a:pt x="1386323" y="22860"/>
                    <a:pt x="1337631" y="24130"/>
                  </a:cubicBezTo>
                  <a:cubicBezTo>
                    <a:pt x="1295221" y="25400"/>
                    <a:pt x="580541" y="29210"/>
                    <a:pt x="538132" y="29210"/>
                  </a:cubicBezTo>
                  <a:cubicBezTo>
                    <a:pt x="469020" y="29210"/>
                    <a:pt x="399908" y="26670"/>
                    <a:pt x="330796" y="33020"/>
                  </a:cubicBezTo>
                  <a:cubicBezTo>
                    <a:pt x="294669" y="36830"/>
                    <a:pt x="260113" y="36830"/>
                    <a:pt x="225557" y="38100"/>
                  </a:cubicBezTo>
                  <a:cubicBezTo>
                    <a:pt x="165870" y="41910"/>
                    <a:pt x="106182" y="45720"/>
                    <a:pt x="46494" y="50800"/>
                  </a:cubicBezTo>
                  <a:cubicBezTo>
                    <a:pt x="33235" y="50800"/>
                    <a:pt x="30695" y="52157"/>
                    <a:pt x="29425" y="54350"/>
                  </a:cubicBezTo>
                  <a:cubicBezTo>
                    <a:pt x="28155" y="57641"/>
                    <a:pt x="28155" y="60931"/>
                    <a:pt x="26885" y="64221"/>
                  </a:cubicBezTo>
                  <a:cubicBezTo>
                    <a:pt x="25615" y="69705"/>
                    <a:pt x="23075" y="75006"/>
                    <a:pt x="21805" y="80489"/>
                  </a:cubicBezTo>
                  <a:cubicBezTo>
                    <a:pt x="16725" y="86339"/>
                    <a:pt x="23075" y="229280"/>
                    <a:pt x="25615" y="235129"/>
                  </a:cubicBezTo>
                  <a:cubicBezTo>
                    <a:pt x="25615" y="241344"/>
                    <a:pt x="25615" y="247741"/>
                    <a:pt x="26885" y="253956"/>
                  </a:cubicBezTo>
                  <a:cubicBezTo>
                    <a:pt x="26885" y="258526"/>
                    <a:pt x="29425" y="263096"/>
                    <a:pt x="29425" y="267666"/>
                  </a:cubicBezTo>
                  <a:cubicBezTo>
                    <a:pt x="29425" y="272601"/>
                    <a:pt x="29425" y="277536"/>
                    <a:pt x="28155" y="284055"/>
                  </a:cubicBezTo>
                  <a:lnTo>
                    <a:pt x="28155" y="294215"/>
                  </a:lnTo>
                  <a:cubicBezTo>
                    <a:pt x="28155" y="304375"/>
                    <a:pt x="31965" y="308185"/>
                    <a:pt x="40855" y="308185"/>
                  </a:cubicBezTo>
                  <a:cubicBezTo>
                    <a:pt x="60631" y="308185"/>
                    <a:pt x="82621" y="309455"/>
                    <a:pt x="103041" y="309455"/>
                  </a:cubicBezTo>
                  <a:cubicBezTo>
                    <a:pt x="132884" y="309455"/>
                    <a:pt x="164299" y="306915"/>
                    <a:pt x="194143" y="309455"/>
                  </a:cubicBezTo>
                  <a:cubicBezTo>
                    <a:pt x="242835" y="313265"/>
                    <a:pt x="291528" y="315805"/>
                    <a:pt x="340220" y="314535"/>
                  </a:cubicBezTo>
                  <a:cubicBezTo>
                    <a:pt x="371635" y="313265"/>
                    <a:pt x="401478" y="315805"/>
                    <a:pt x="432893" y="315805"/>
                  </a:cubicBezTo>
                  <a:cubicBezTo>
                    <a:pt x="478444" y="315805"/>
                    <a:pt x="523995" y="314535"/>
                    <a:pt x="569546" y="315805"/>
                  </a:cubicBezTo>
                  <a:cubicBezTo>
                    <a:pt x="637087" y="317075"/>
                    <a:pt x="1378470" y="306915"/>
                    <a:pt x="1447582" y="309455"/>
                  </a:cubicBezTo>
                  <a:cubicBezTo>
                    <a:pt x="1477426" y="310725"/>
                    <a:pt x="1507269" y="311995"/>
                    <a:pt x="1535542" y="311995"/>
                  </a:cubicBezTo>
                  <a:cubicBezTo>
                    <a:pt x="1587376" y="314535"/>
                    <a:pt x="1637639" y="310725"/>
                    <a:pt x="1689474" y="314535"/>
                  </a:cubicBezTo>
                  <a:cubicBezTo>
                    <a:pt x="1731883" y="317075"/>
                    <a:pt x="1774293" y="317075"/>
                    <a:pt x="1816702" y="319615"/>
                  </a:cubicBezTo>
                  <a:cubicBezTo>
                    <a:pt x="1879531" y="323425"/>
                    <a:pt x="1942360" y="325965"/>
                    <a:pt x="2005189" y="327235"/>
                  </a:cubicBezTo>
                  <a:cubicBezTo>
                    <a:pt x="2027478" y="327235"/>
                    <a:pt x="2045258" y="325965"/>
                    <a:pt x="2065578" y="325965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17756" name="Group 50">
            <a:extLst>
              <a:ext uri="{FF2B5EF4-FFF2-40B4-BE49-F238E27FC236}">
                <a16:creationId xmlns:a16="http://schemas.microsoft.com/office/drawing/2014/main" id="{B9CAA85C-CEA1-FEB9-CB6A-CABC6308DD78}"/>
              </a:ext>
            </a:extLst>
          </p:cNvPr>
          <p:cNvGrpSpPr/>
          <p:nvPr/>
        </p:nvGrpSpPr>
        <p:grpSpPr>
          <a:xfrm>
            <a:off x="2992081" y="5482222"/>
            <a:ext cx="1420829" cy="248511"/>
            <a:chOff x="0" y="0"/>
            <a:chExt cx="2125053" cy="371685"/>
          </a:xfrm>
        </p:grpSpPr>
        <p:sp>
          <p:nvSpPr>
            <p:cNvPr id="17757" name="Freeform 51">
              <a:extLst>
                <a:ext uri="{FF2B5EF4-FFF2-40B4-BE49-F238E27FC236}">
                  <a16:creationId xmlns:a16="http://schemas.microsoft.com/office/drawing/2014/main" id="{13570191-2E7B-C3F5-B1F2-D1BB9D6131D1}"/>
                </a:ext>
              </a:extLst>
            </p:cNvPr>
            <p:cNvSpPr/>
            <p:nvPr/>
          </p:nvSpPr>
          <p:spPr>
            <a:xfrm>
              <a:off x="39997" y="45156"/>
              <a:ext cx="2085057" cy="325824"/>
            </a:xfrm>
            <a:custGeom>
              <a:avLst/>
              <a:gdLst/>
              <a:ahLst/>
              <a:cxnLst/>
              <a:rect l="l" t="t" r="r" b="b"/>
              <a:pathLst>
                <a:path w="2085057" h="325824">
                  <a:moveTo>
                    <a:pt x="643" y="296049"/>
                  </a:moveTo>
                  <a:cubicBezTo>
                    <a:pt x="-1897" y="304939"/>
                    <a:pt x="3183" y="311289"/>
                    <a:pt x="14136" y="312559"/>
                  </a:cubicBezTo>
                  <a:cubicBezTo>
                    <a:pt x="26702" y="313829"/>
                    <a:pt x="37697" y="313829"/>
                    <a:pt x="50263" y="313829"/>
                  </a:cubicBezTo>
                  <a:cubicBezTo>
                    <a:pt x="100526" y="315099"/>
                    <a:pt x="150789" y="315099"/>
                    <a:pt x="202623" y="316369"/>
                  </a:cubicBezTo>
                  <a:cubicBezTo>
                    <a:pt x="230896" y="317639"/>
                    <a:pt x="259169" y="318909"/>
                    <a:pt x="285872" y="320179"/>
                  </a:cubicBezTo>
                  <a:cubicBezTo>
                    <a:pt x="332993" y="321449"/>
                    <a:pt x="378544" y="321449"/>
                    <a:pt x="425666" y="322719"/>
                  </a:cubicBezTo>
                  <a:cubicBezTo>
                    <a:pt x="444515" y="322719"/>
                    <a:pt x="461793" y="322719"/>
                    <a:pt x="480642" y="321449"/>
                  </a:cubicBezTo>
                  <a:cubicBezTo>
                    <a:pt x="488495" y="321449"/>
                    <a:pt x="497920" y="320179"/>
                    <a:pt x="505773" y="320179"/>
                  </a:cubicBezTo>
                  <a:cubicBezTo>
                    <a:pt x="537188" y="321449"/>
                    <a:pt x="1165478" y="312559"/>
                    <a:pt x="1196892" y="313829"/>
                  </a:cubicBezTo>
                  <a:cubicBezTo>
                    <a:pt x="1240873" y="315099"/>
                    <a:pt x="1361819" y="315099"/>
                    <a:pt x="1405799" y="315099"/>
                  </a:cubicBezTo>
                  <a:cubicBezTo>
                    <a:pt x="1423077" y="315099"/>
                    <a:pt x="1438784" y="313829"/>
                    <a:pt x="1456062" y="313829"/>
                  </a:cubicBezTo>
                  <a:lnTo>
                    <a:pt x="1540881" y="317639"/>
                  </a:lnTo>
                  <a:cubicBezTo>
                    <a:pt x="1602140" y="320179"/>
                    <a:pt x="1661827" y="317639"/>
                    <a:pt x="1723085" y="321449"/>
                  </a:cubicBezTo>
                  <a:cubicBezTo>
                    <a:pt x="1825183" y="326529"/>
                    <a:pt x="1928850" y="320179"/>
                    <a:pt x="2021556" y="325259"/>
                  </a:cubicBezTo>
                  <a:cubicBezTo>
                    <a:pt x="2041877" y="326529"/>
                    <a:pt x="2062196" y="325259"/>
                    <a:pt x="2085056" y="325259"/>
                  </a:cubicBezTo>
                  <a:lnTo>
                    <a:pt x="2085056" y="265569"/>
                  </a:lnTo>
                  <a:cubicBezTo>
                    <a:pt x="2083786" y="231832"/>
                    <a:pt x="2082516" y="223058"/>
                    <a:pt x="2082516" y="213736"/>
                  </a:cubicBezTo>
                  <a:cubicBezTo>
                    <a:pt x="2082516" y="202951"/>
                    <a:pt x="2086327" y="191984"/>
                    <a:pt x="2079977" y="181199"/>
                  </a:cubicBezTo>
                  <a:cubicBezTo>
                    <a:pt x="2072356" y="174070"/>
                    <a:pt x="2060927" y="33505"/>
                    <a:pt x="2060927" y="26377"/>
                  </a:cubicBezTo>
                  <a:cubicBezTo>
                    <a:pt x="2058386" y="21441"/>
                    <a:pt x="2057116" y="16323"/>
                    <a:pt x="2054577" y="11388"/>
                  </a:cubicBezTo>
                  <a:cubicBezTo>
                    <a:pt x="2054577" y="9926"/>
                    <a:pt x="2053306" y="8463"/>
                    <a:pt x="2052036" y="5644"/>
                  </a:cubicBezTo>
                  <a:cubicBezTo>
                    <a:pt x="2041877" y="3104"/>
                    <a:pt x="2032986" y="1834"/>
                    <a:pt x="2022827" y="564"/>
                  </a:cubicBezTo>
                  <a:cubicBezTo>
                    <a:pt x="2015206" y="-706"/>
                    <a:pt x="2007586" y="564"/>
                    <a:pt x="2001236" y="564"/>
                  </a:cubicBezTo>
                  <a:lnTo>
                    <a:pt x="6282" y="5644"/>
                  </a:lnTo>
                  <a:lnTo>
                    <a:pt x="643" y="296049"/>
                  </a:lnTo>
                  <a:close/>
                </a:path>
              </a:pathLst>
            </a:custGeom>
            <a:solidFill>
              <a:srgbClr val="FCFCF8"/>
            </a:solidFill>
          </p:spPr>
          <p:txBody>
            <a:bodyPr/>
            <a:lstStyle/>
            <a:p>
              <a:endParaRPr lang="en-AU"/>
            </a:p>
          </p:txBody>
        </p:sp>
        <p:sp>
          <p:nvSpPr>
            <p:cNvPr id="17758" name="Freeform 52">
              <a:extLst>
                <a:ext uri="{FF2B5EF4-FFF2-40B4-BE49-F238E27FC236}">
                  <a16:creationId xmlns:a16="http://schemas.microsoft.com/office/drawing/2014/main" id="{F0C4173C-37FD-B5A5-EF51-D32181C6816C}"/>
                </a:ext>
              </a:extLst>
            </p:cNvPr>
            <p:cNvSpPr/>
            <p:nvPr/>
          </p:nvSpPr>
          <p:spPr>
            <a:xfrm>
              <a:off x="11430" y="16510"/>
              <a:ext cx="2064094" cy="317075"/>
            </a:xfrm>
            <a:custGeom>
              <a:avLst/>
              <a:gdLst/>
              <a:ahLst/>
              <a:cxnLst/>
              <a:rect l="l" t="t" r="r" b="b"/>
              <a:pathLst>
                <a:path w="2064094" h="317075">
                  <a:moveTo>
                    <a:pt x="2064094" y="317075"/>
                  </a:moveTo>
                  <a:lnTo>
                    <a:pt x="0" y="309455"/>
                  </a:lnTo>
                  <a:lnTo>
                    <a:pt x="0" y="116440"/>
                  </a:lnTo>
                  <a:lnTo>
                    <a:pt x="7620" y="20320"/>
                  </a:lnTo>
                  <a:lnTo>
                    <a:pt x="1029119" y="0"/>
                  </a:lnTo>
                  <a:lnTo>
                    <a:pt x="2042504" y="8890"/>
                  </a:lnTo>
                  <a:close/>
                </a:path>
              </a:pathLst>
            </a:custGeom>
            <a:solidFill>
              <a:srgbClr val="9CF2FE"/>
            </a:solidFill>
          </p:spPr>
          <p:txBody>
            <a:bodyPr/>
            <a:lstStyle/>
            <a:p>
              <a:endParaRPr lang="en-AU"/>
            </a:p>
          </p:txBody>
        </p:sp>
        <p:sp>
          <p:nvSpPr>
            <p:cNvPr id="17759" name="Freeform 53">
              <a:extLst>
                <a:ext uri="{FF2B5EF4-FFF2-40B4-BE49-F238E27FC236}">
                  <a16:creationId xmlns:a16="http://schemas.microsoft.com/office/drawing/2014/main" id="{AA058E21-CE3F-5F7C-854A-632C427FC451}"/>
                </a:ext>
              </a:extLst>
            </p:cNvPr>
            <p:cNvSpPr/>
            <p:nvPr/>
          </p:nvSpPr>
          <p:spPr>
            <a:xfrm>
              <a:off x="-215" y="0"/>
              <a:ext cx="2088438" cy="343039"/>
            </a:xfrm>
            <a:custGeom>
              <a:avLst/>
              <a:gdLst/>
              <a:ahLst/>
              <a:cxnLst/>
              <a:rect l="l" t="t" r="r" b="b"/>
              <a:pathLst>
                <a:path w="2088438" h="343039">
                  <a:moveTo>
                    <a:pt x="2055418" y="21590"/>
                  </a:moveTo>
                  <a:cubicBezTo>
                    <a:pt x="2056689" y="34290"/>
                    <a:pt x="2056689" y="44450"/>
                    <a:pt x="2057958" y="52340"/>
                  </a:cubicBezTo>
                  <a:cubicBezTo>
                    <a:pt x="2060498" y="57275"/>
                    <a:pt x="2061768" y="62393"/>
                    <a:pt x="2064308" y="67328"/>
                  </a:cubicBezTo>
                  <a:cubicBezTo>
                    <a:pt x="2064308" y="74457"/>
                    <a:pt x="2077008" y="215022"/>
                    <a:pt x="2083358" y="222151"/>
                  </a:cubicBezTo>
                  <a:cubicBezTo>
                    <a:pt x="2089708" y="232936"/>
                    <a:pt x="2085898" y="243903"/>
                    <a:pt x="2085898" y="254687"/>
                  </a:cubicBezTo>
                  <a:cubicBezTo>
                    <a:pt x="2085898" y="264192"/>
                    <a:pt x="2087168" y="272966"/>
                    <a:pt x="2088439" y="282785"/>
                  </a:cubicBezTo>
                  <a:lnTo>
                    <a:pt x="2088439" y="342475"/>
                  </a:lnTo>
                  <a:cubicBezTo>
                    <a:pt x="2065578" y="342475"/>
                    <a:pt x="2045258" y="343745"/>
                    <a:pt x="2024939" y="342475"/>
                  </a:cubicBezTo>
                  <a:cubicBezTo>
                    <a:pt x="1923511" y="337395"/>
                    <a:pt x="1819844" y="343745"/>
                    <a:pt x="1717746" y="338665"/>
                  </a:cubicBezTo>
                  <a:cubicBezTo>
                    <a:pt x="1656488" y="334855"/>
                    <a:pt x="1596801" y="337395"/>
                    <a:pt x="1535542" y="334855"/>
                  </a:cubicBezTo>
                  <a:lnTo>
                    <a:pt x="1450723" y="331045"/>
                  </a:lnTo>
                  <a:cubicBezTo>
                    <a:pt x="1433445" y="331045"/>
                    <a:pt x="1417738" y="332315"/>
                    <a:pt x="1400460" y="332315"/>
                  </a:cubicBezTo>
                  <a:cubicBezTo>
                    <a:pt x="1356480" y="331045"/>
                    <a:pt x="1235534" y="332315"/>
                    <a:pt x="1191553" y="331045"/>
                  </a:cubicBezTo>
                  <a:cubicBezTo>
                    <a:pt x="1160139" y="329775"/>
                    <a:pt x="531849" y="338665"/>
                    <a:pt x="500434" y="337395"/>
                  </a:cubicBezTo>
                  <a:cubicBezTo>
                    <a:pt x="492580" y="337395"/>
                    <a:pt x="483156" y="338665"/>
                    <a:pt x="475303" y="338665"/>
                  </a:cubicBezTo>
                  <a:cubicBezTo>
                    <a:pt x="456454" y="338665"/>
                    <a:pt x="439176" y="339935"/>
                    <a:pt x="420327" y="339935"/>
                  </a:cubicBezTo>
                  <a:cubicBezTo>
                    <a:pt x="373205" y="339935"/>
                    <a:pt x="327654" y="338665"/>
                    <a:pt x="280533" y="337395"/>
                  </a:cubicBezTo>
                  <a:cubicBezTo>
                    <a:pt x="252259" y="336125"/>
                    <a:pt x="223986" y="334855"/>
                    <a:pt x="197284" y="333585"/>
                  </a:cubicBezTo>
                  <a:cubicBezTo>
                    <a:pt x="147021" y="332315"/>
                    <a:pt x="96758" y="331045"/>
                    <a:pt x="44924" y="331045"/>
                  </a:cubicBezTo>
                  <a:cubicBezTo>
                    <a:pt x="34505" y="331045"/>
                    <a:pt x="25615" y="331045"/>
                    <a:pt x="15455" y="329775"/>
                  </a:cubicBezTo>
                  <a:cubicBezTo>
                    <a:pt x="6565" y="328505"/>
                    <a:pt x="1485" y="322155"/>
                    <a:pt x="4025" y="313265"/>
                  </a:cubicBezTo>
                  <a:cubicBezTo>
                    <a:pt x="12915" y="282106"/>
                    <a:pt x="9105" y="277536"/>
                    <a:pt x="7835" y="272784"/>
                  </a:cubicBezTo>
                  <a:cubicBezTo>
                    <a:pt x="6565" y="263096"/>
                    <a:pt x="2755" y="253591"/>
                    <a:pt x="4025" y="243903"/>
                  </a:cubicBezTo>
                  <a:cubicBezTo>
                    <a:pt x="1485" y="231839"/>
                    <a:pt x="-3595" y="82500"/>
                    <a:pt x="4025" y="70253"/>
                  </a:cubicBezTo>
                  <a:cubicBezTo>
                    <a:pt x="5295" y="67877"/>
                    <a:pt x="4025" y="65318"/>
                    <a:pt x="5295" y="62941"/>
                  </a:cubicBezTo>
                  <a:cubicBezTo>
                    <a:pt x="6565" y="59103"/>
                    <a:pt x="9105" y="54899"/>
                    <a:pt x="10375" y="44450"/>
                  </a:cubicBezTo>
                  <a:cubicBezTo>
                    <a:pt x="10375" y="41910"/>
                    <a:pt x="11645" y="39370"/>
                    <a:pt x="12915" y="38100"/>
                  </a:cubicBezTo>
                  <a:cubicBezTo>
                    <a:pt x="34505" y="35560"/>
                    <a:pt x="57490" y="30480"/>
                    <a:pt x="82621" y="29210"/>
                  </a:cubicBezTo>
                  <a:cubicBezTo>
                    <a:pt x="125031" y="25400"/>
                    <a:pt x="167440" y="22860"/>
                    <a:pt x="211421" y="20320"/>
                  </a:cubicBezTo>
                  <a:cubicBezTo>
                    <a:pt x="241264" y="17780"/>
                    <a:pt x="271108" y="16510"/>
                    <a:pt x="299381" y="13970"/>
                  </a:cubicBezTo>
                  <a:cubicBezTo>
                    <a:pt x="327654" y="11430"/>
                    <a:pt x="357498" y="8890"/>
                    <a:pt x="385771" y="8890"/>
                  </a:cubicBezTo>
                  <a:cubicBezTo>
                    <a:pt x="417186" y="7620"/>
                    <a:pt x="448600" y="10160"/>
                    <a:pt x="480015" y="8890"/>
                  </a:cubicBezTo>
                  <a:cubicBezTo>
                    <a:pt x="519283" y="8890"/>
                    <a:pt x="1230821" y="6350"/>
                    <a:pt x="1270090" y="5080"/>
                  </a:cubicBezTo>
                  <a:cubicBezTo>
                    <a:pt x="1307787" y="3810"/>
                    <a:pt x="1345485" y="2540"/>
                    <a:pt x="1384753" y="2540"/>
                  </a:cubicBezTo>
                  <a:cubicBezTo>
                    <a:pt x="1449152" y="1270"/>
                    <a:pt x="1511981" y="0"/>
                    <a:pt x="1576381" y="0"/>
                  </a:cubicBezTo>
                  <a:cubicBezTo>
                    <a:pt x="1603084" y="0"/>
                    <a:pt x="1631357" y="2540"/>
                    <a:pt x="1658059" y="2540"/>
                  </a:cubicBezTo>
                  <a:cubicBezTo>
                    <a:pt x="1731883" y="3810"/>
                    <a:pt x="1807278" y="5080"/>
                    <a:pt x="1881102" y="7620"/>
                  </a:cubicBezTo>
                  <a:cubicBezTo>
                    <a:pt x="1920370" y="8890"/>
                    <a:pt x="1959638" y="12700"/>
                    <a:pt x="1998906" y="16510"/>
                  </a:cubicBezTo>
                  <a:lnTo>
                    <a:pt x="2024939" y="16510"/>
                  </a:lnTo>
                  <a:cubicBezTo>
                    <a:pt x="2036368" y="17780"/>
                    <a:pt x="2045258" y="20320"/>
                    <a:pt x="2055418" y="21590"/>
                  </a:cubicBezTo>
                  <a:close/>
                  <a:moveTo>
                    <a:pt x="2065578" y="325965"/>
                  </a:moveTo>
                  <a:cubicBezTo>
                    <a:pt x="2066848" y="309455"/>
                    <a:pt x="2068118" y="296755"/>
                    <a:pt x="2068118" y="284055"/>
                  </a:cubicBezTo>
                  <a:cubicBezTo>
                    <a:pt x="2066848" y="272052"/>
                    <a:pt x="2065578" y="262365"/>
                    <a:pt x="2065578" y="251946"/>
                  </a:cubicBezTo>
                  <a:cubicBezTo>
                    <a:pt x="2065578" y="247193"/>
                    <a:pt x="2068118" y="242441"/>
                    <a:pt x="2066848" y="237688"/>
                  </a:cubicBezTo>
                  <a:cubicBezTo>
                    <a:pt x="2066848" y="233301"/>
                    <a:pt x="2065578" y="228731"/>
                    <a:pt x="2064308" y="224344"/>
                  </a:cubicBezTo>
                  <a:cubicBezTo>
                    <a:pt x="2059228" y="217581"/>
                    <a:pt x="2047798" y="77565"/>
                    <a:pt x="2047798" y="70801"/>
                  </a:cubicBezTo>
                  <a:cubicBezTo>
                    <a:pt x="2045258" y="65135"/>
                    <a:pt x="2042718" y="59286"/>
                    <a:pt x="2040178" y="53619"/>
                  </a:cubicBezTo>
                  <a:cubicBezTo>
                    <a:pt x="2038908" y="44450"/>
                    <a:pt x="2037639" y="43180"/>
                    <a:pt x="2020897" y="41910"/>
                  </a:cubicBezTo>
                  <a:cubicBezTo>
                    <a:pt x="2016184" y="41910"/>
                    <a:pt x="2013043" y="41910"/>
                    <a:pt x="2008331" y="40640"/>
                  </a:cubicBezTo>
                  <a:cubicBezTo>
                    <a:pt x="1969062" y="36830"/>
                    <a:pt x="1928224" y="31750"/>
                    <a:pt x="1888956" y="30480"/>
                  </a:cubicBezTo>
                  <a:cubicBezTo>
                    <a:pt x="1793141" y="26670"/>
                    <a:pt x="1695756" y="25400"/>
                    <a:pt x="1599942" y="22860"/>
                  </a:cubicBezTo>
                  <a:lnTo>
                    <a:pt x="1486850" y="22860"/>
                  </a:lnTo>
                  <a:cubicBezTo>
                    <a:pt x="1436587" y="22860"/>
                    <a:pt x="1386323" y="22860"/>
                    <a:pt x="1337631" y="24130"/>
                  </a:cubicBezTo>
                  <a:cubicBezTo>
                    <a:pt x="1295221" y="25400"/>
                    <a:pt x="580541" y="29210"/>
                    <a:pt x="538132" y="29210"/>
                  </a:cubicBezTo>
                  <a:cubicBezTo>
                    <a:pt x="469020" y="29210"/>
                    <a:pt x="399908" y="26670"/>
                    <a:pt x="330796" y="33020"/>
                  </a:cubicBezTo>
                  <a:cubicBezTo>
                    <a:pt x="294669" y="36830"/>
                    <a:pt x="260113" y="36830"/>
                    <a:pt x="225557" y="38100"/>
                  </a:cubicBezTo>
                  <a:cubicBezTo>
                    <a:pt x="165870" y="41910"/>
                    <a:pt x="106182" y="45720"/>
                    <a:pt x="46494" y="50800"/>
                  </a:cubicBezTo>
                  <a:cubicBezTo>
                    <a:pt x="33235" y="50800"/>
                    <a:pt x="30695" y="52157"/>
                    <a:pt x="29425" y="54350"/>
                  </a:cubicBezTo>
                  <a:cubicBezTo>
                    <a:pt x="28155" y="57641"/>
                    <a:pt x="28155" y="60931"/>
                    <a:pt x="26885" y="64221"/>
                  </a:cubicBezTo>
                  <a:cubicBezTo>
                    <a:pt x="25615" y="69705"/>
                    <a:pt x="23075" y="75006"/>
                    <a:pt x="21805" y="80489"/>
                  </a:cubicBezTo>
                  <a:cubicBezTo>
                    <a:pt x="16725" y="86339"/>
                    <a:pt x="23075" y="229280"/>
                    <a:pt x="25615" y="235129"/>
                  </a:cubicBezTo>
                  <a:cubicBezTo>
                    <a:pt x="25615" y="241344"/>
                    <a:pt x="25615" y="247741"/>
                    <a:pt x="26885" y="253956"/>
                  </a:cubicBezTo>
                  <a:cubicBezTo>
                    <a:pt x="26885" y="258526"/>
                    <a:pt x="29425" y="263096"/>
                    <a:pt x="29425" y="267666"/>
                  </a:cubicBezTo>
                  <a:cubicBezTo>
                    <a:pt x="29425" y="272601"/>
                    <a:pt x="29425" y="277536"/>
                    <a:pt x="28155" y="284055"/>
                  </a:cubicBezTo>
                  <a:lnTo>
                    <a:pt x="28155" y="294215"/>
                  </a:lnTo>
                  <a:cubicBezTo>
                    <a:pt x="28155" y="304375"/>
                    <a:pt x="31965" y="308185"/>
                    <a:pt x="40855" y="308185"/>
                  </a:cubicBezTo>
                  <a:cubicBezTo>
                    <a:pt x="60631" y="308185"/>
                    <a:pt x="82621" y="309455"/>
                    <a:pt x="103041" y="309455"/>
                  </a:cubicBezTo>
                  <a:cubicBezTo>
                    <a:pt x="132884" y="309455"/>
                    <a:pt x="164299" y="306915"/>
                    <a:pt x="194143" y="309455"/>
                  </a:cubicBezTo>
                  <a:cubicBezTo>
                    <a:pt x="242835" y="313265"/>
                    <a:pt x="291528" y="315805"/>
                    <a:pt x="340220" y="314535"/>
                  </a:cubicBezTo>
                  <a:cubicBezTo>
                    <a:pt x="371635" y="313265"/>
                    <a:pt x="401478" y="315805"/>
                    <a:pt x="432893" y="315805"/>
                  </a:cubicBezTo>
                  <a:cubicBezTo>
                    <a:pt x="478444" y="315805"/>
                    <a:pt x="523995" y="314535"/>
                    <a:pt x="569546" y="315805"/>
                  </a:cubicBezTo>
                  <a:cubicBezTo>
                    <a:pt x="637087" y="317075"/>
                    <a:pt x="1378470" y="306915"/>
                    <a:pt x="1447582" y="309455"/>
                  </a:cubicBezTo>
                  <a:cubicBezTo>
                    <a:pt x="1477426" y="310725"/>
                    <a:pt x="1507269" y="311995"/>
                    <a:pt x="1535542" y="311995"/>
                  </a:cubicBezTo>
                  <a:cubicBezTo>
                    <a:pt x="1587376" y="314535"/>
                    <a:pt x="1637639" y="310725"/>
                    <a:pt x="1689474" y="314535"/>
                  </a:cubicBezTo>
                  <a:cubicBezTo>
                    <a:pt x="1731883" y="317075"/>
                    <a:pt x="1774293" y="317075"/>
                    <a:pt x="1816702" y="319615"/>
                  </a:cubicBezTo>
                  <a:cubicBezTo>
                    <a:pt x="1879531" y="323425"/>
                    <a:pt x="1942360" y="325965"/>
                    <a:pt x="2005189" y="327235"/>
                  </a:cubicBezTo>
                  <a:cubicBezTo>
                    <a:pt x="2027478" y="327235"/>
                    <a:pt x="2045258" y="325965"/>
                    <a:pt x="2065578" y="325965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17760" name="Group 54">
            <a:extLst>
              <a:ext uri="{FF2B5EF4-FFF2-40B4-BE49-F238E27FC236}">
                <a16:creationId xmlns:a16="http://schemas.microsoft.com/office/drawing/2014/main" id="{CFFA1C70-9D6A-3DBA-21EB-9CA6D8EF3040}"/>
              </a:ext>
            </a:extLst>
          </p:cNvPr>
          <p:cNvGrpSpPr/>
          <p:nvPr/>
        </p:nvGrpSpPr>
        <p:grpSpPr>
          <a:xfrm>
            <a:off x="8221065" y="5441582"/>
            <a:ext cx="1412817" cy="357951"/>
            <a:chOff x="0" y="0"/>
            <a:chExt cx="2113071" cy="633438"/>
          </a:xfrm>
        </p:grpSpPr>
        <p:sp>
          <p:nvSpPr>
            <p:cNvPr id="17761" name="Freeform 55">
              <a:extLst>
                <a:ext uri="{FF2B5EF4-FFF2-40B4-BE49-F238E27FC236}">
                  <a16:creationId xmlns:a16="http://schemas.microsoft.com/office/drawing/2014/main" id="{781A2ACF-790B-5F60-0CDE-FBB7CCA95239}"/>
                </a:ext>
              </a:extLst>
            </p:cNvPr>
            <p:cNvSpPr/>
            <p:nvPr/>
          </p:nvSpPr>
          <p:spPr>
            <a:xfrm>
              <a:off x="39996" y="45156"/>
              <a:ext cx="2073075" cy="587577"/>
            </a:xfrm>
            <a:custGeom>
              <a:avLst/>
              <a:gdLst/>
              <a:ahLst/>
              <a:cxnLst/>
              <a:rect l="l" t="t" r="r" b="b"/>
              <a:pathLst>
                <a:path w="2073075" h="587577">
                  <a:moveTo>
                    <a:pt x="644" y="557802"/>
                  </a:moveTo>
                  <a:cubicBezTo>
                    <a:pt x="-1896" y="566692"/>
                    <a:pt x="3184" y="573042"/>
                    <a:pt x="14072" y="574312"/>
                  </a:cubicBezTo>
                  <a:cubicBezTo>
                    <a:pt x="26562" y="575582"/>
                    <a:pt x="37490" y="575582"/>
                    <a:pt x="49980" y="575582"/>
                  </a:cubicBezTo>
                  <a:cubicBezTo>
                    <a:pt x="99939" y="576852"/>
                    <a:pt x="149897" y="576852"/>
                    <a:pt x="201417" y="578122"/>
                  </a:cubicBezTo>
                  <a:cubicBezTo>
                    <a:pt x="229519" y="579392"/>
                    <a:pt x="257621" y="580662"/>
                    <a:pt x="284162" y="581932"/>
                  </a:cubicBezTo>
                  <a:cubicBezTo>
                    <a:pt x="330998" y="583202"/>
                    <a:pt x="376273" y="583202"/>
                    <a:pt x="423110" y="584472"/>
                  </a:cubicBezTo>
                  <a:cubicBezTo>
                    <a:pt x="441844" y="584472"/>
                    <a:pt x="459017" y="584472"/>
                    <a:pt x="477752" y="583202"/>
                  </a:cubicBezTo>
                  <a:cubicBezTo>
                    <a:pt x="485558" y="583202"/>
                    <a:pt x="494925" y="581932"/>
                    <a:pt x="502731" y="581932"/>
                  </a:cubicBezTo>
                  <a:cubicBezTo>
                    <a:pt x="533956" y="583202"/>
                    <a:pt x="1158441" y="574312"/>
                    <a:pt x="1189665" y="575582"/>
                  </a:cubicBezTo>
                  <a:cubicBezTo>
                    <a:pt x="1233379" y="576852"/>
                    <a:pt x="1353592" y="576852"/>
                    <a:pt x="1397306" y="576852"/>
                  </a:cubicBezTo>
                  <a:cubicBezTo>
                    <a:pt x="1414480" y="576852"/>
                    <a:pt x="1430092" y="575582"/>
                    <a:pt x="1447265" y="575582"/>
                  </a:cubicBezTo>
                  <a:lnTo>
                    <a:pt x="1531571" y="579392"/>
                  </a:lnTo>
                  <a:cubicBezTo>
                    <a:pt x="1592458" y="581932"/>
                    <a:pt x="1651784" y="579392"/>
                    <a:pt x="1712671" y="583202"/>
                  </a:cubicBezTo>
                  <a:cubicBezTo>
                    <a:pt x="1814150" y="588282"/>
                    <a:pt x="1917190" y="581932"/>
                    <a:pt x="2009575" y="587012"/>
                  </a:cubicBezTo>
                  <a:cubicBezTo>
                    <a:pt x="2029895" y="588282"/>
                    <a:pt x="2050215" y="587012"/>
                    <a:pt x="2073075" y="587012"/>
                  </a:cubicBezTo>
                  <a:lnTo>
                    <a:pt x="2073075" y="527322"/>
                  </a:lnTo>
                  <a:cubicBezTo>
                    <a:pt x="2071805" y="487654"/>
                    <a:pt x="2070535" y="468905"/>
                    <a:pt x="2070535" y="448985"/>
                  </a:cubicBezTo>
                  <a:cubicBezTo>
                    <a:pt x="2070535" y="425940"/>
                    <a:pt x="2074345" y="402505"/>
                    <a:pt x="2067995" y="379460"/>
                  </a:cubicBezTo>
                  <a:cubicBezTo>
                    <a:pt x="2060375" y="364227"/>
                    <a:pt x="2048945" y="63863"/>
                    <a:pt x="2048945" y="48630"/>
                  </a:cubicBezTo>
                  <a:cubicBezTo>
                    <a:pt x="2046405" y="38084"/>
                    <a:pt x="2045135" y="27147"/>
                    <a:pt x="2042595" y="16601"/>
                  </a:cubicBezTo>
                  <a:cubicBezTo>
                    <a:pt x="2042595" y="13476"/>
                    <a:pt x="2041325" y="10352"/>
                    <a:pt x="2040055" y="5644"/>
                  </a:cubicBezTo>
                  <a:cubicBezTo>
                    <a:pt x="2029895" y="3104"/>
                    <a:pt x="2021005" y="1834"/>
                    <a:pt x="2010845" y="564"/>
                  </a:cubicBezTo>
                  <a:cubicBezTo>
                    <a:pt x="2003225" y="-706"/>
                    <a:pt x="1995605" y="564"/>
                    <a:pt x="1989255" y="564"/>
                  </a:cubicBezTo>
                  <a:lnTo>
                    <a:pt x="6266" y="5644"/>
                  </a:lnTo>
                  <a:lnTo>
                    <a:pt x="644" y="557802"/>
                  </a:lnTo>
                  <a:close/>
                </a:path>
              </a:pathLst>
            </a:custGeom>
            <a:solidFill>
              <a:srgbClr val="FCFCF8"/>
            </a:solidFill>
          </p:spPr>
          <p:txBody>
            <a:bodyPr/>
            <a:lstStyle/>
            <a:p>
              <a:endParaRPr lang="en-AU"/>
            </a:p>
          </p:txBody>
        </p:sp>
        <p:sp>
          <p:nvSpPr>
            <p:cNvPr id="17762" name="Freeform 56">
              <a:extLst>
                <a:ext uri="{FF2B5EF4-FFF2-40B4-BE49-F238E27FC236}">
                  <a16:creationId xmlns:a16="http://schemas.microsoft.com/office/drawing/2014/main" id="{8C7189CD-0EE2-8743-5D67-05602D5ADCD1}"/>
                </a:ext>
              </a:extLst>
            </p:cNvPr>
            <p:cNvSpPr/>
            <p:nvPr/>
          </p:nvSpPr>
          <p:spPr>
            <a:xfrm>
              <a:off x="11430" y="16510"/>
              <a:ext cx="2052111" cy="578828"/>
            </a:xfrm>
            <a:custGeom>
              <a:avLst/>
              <a:gdLst/>
              <a:ahLst/>
              <a:cxnLst/>
              <a:rect l="l" t="t" r="r" b="b"/>
              <a:pathLst>
                <a:path w="2052111" h="578828">
                  <a:moveTo>
                    <a:pt x="2052111" y="578828"/>
                  </a:moveTo>
                  <a:lnTo>
                    <a:pt x="0" y="571208"/>
                  </a:lnTo>
                  <a:lnTo>
                    <a:pt x="0" y="208514"/>
                  </a:lnTo>
                  <a:lnTo>
                    <a:pt x="7620" y="20320"/>
                  </a:lnTo>
                  <a:lnTo>
                    <a:pt x="1023080" y="0"/>
                  </a:lnTo>
                  <a:lnTo>
                    <a:pt x="2030521" y="8890"/>
                  </a:lnTo>
                  <a:close/>
                </a:path>
              </a:pathLst>
            </a:custGeom>
            <a:solidFill>
              <a:srgbClr val="FEFA9C"/>
            </a:solidFill>
          </p:spPr>
          <p:txBody>
            <a:bodyPr/>
            <a:lstStyle/>
            <a:p>
              <a:endParaRPr lang="en-AU"/>
            </a:p>
          </p:txBody>
        </p:sp>
        <p:sp>
          <p:nvSpPr>
            <p:cNvPr id="17763" name="Freeform 57">
              <a:extLst>
                <a:ext uri="{FF2B5EF4-FFF2-40B4-BE49-F238E27FC236}">
                  <a16:creationId xmlns:a16="http://schemas.microsoft.com/office/drawing/2014/main" id="{DAC10F63-2716-26D7-88DC-DCEED3622E46}"/>
                </a:ext>
              </a:extLst>
            </p:cNvPr>
            <p:cNvSpPr/>
            <p:nvPr/>
          </p:nvSpPr>
          <p:spPr>
            <a:xfrm>
              <a:off x="-215" y="0"/>
              <a:ext cx="2076456" cy="604792"/>
            </a:xfrm>
            <a:custGeom>
              <a:avLst/>
              <a:gdLst/>
              <a:ahLst/>
              <a:cxnLst/>
              <a:rect l="l" t="t" r="r" b="b"/>
              <a:pathLst>
                <a:path w="2076456" h="604792">
                  <a:moveTo>
                    <a:pt x="2043436" y="21590"/>
                  </a:moveTo>
                  <a:cubicBezTo>
                    <a:pt x="2044706" y="34290"/>
                    <a:pt x="2044706" y="44450"/>
                    <a:pt x="2045976" y="52774"/>
                  </a:cubicBezTo>
                  <a:cubicBezTo>
                    <a:pt x="2048516" y="63320"/>
                    <a:pt x="2049786" y="74256"/>
                    <a:pt x="2052326" y="84802"/>
                  </a:cubicBezTo>
                  <a:cubicBezTo>
                    <a:pt x="2052326" y="100035"/>
                    <a:pt x="2065026" y="400399"/>
                    <a:pt x="2071376" y="415632"/>
                  </a:cubicBezTo>
                  <a:cubicBezTo>
                    <a:pt x="2077726" y="438677"/>
                    <a:pt x="2073916" y="462113"/>
                    <a:pt x="2073916" y="485157"/>
                  </a:cubicBezTo>
                  <a:cubicBezTo>
                    <a:pt x="2073916" y="505468"/>
                    <a:pt x="2075186" y="524217"/>
                    <a:pt x="2076456" y="544538"/>
                  </a:cubicBezTo>
                  <a:lnTo>
                    <a:pt x="2076456" y="604228"/>
                  </a:lnTo>
                  <a:cubicBezTo>
                    <a:pt x="2053596" y="604228"/>
                    <a:pt x="2033276" y="605498"/>
                    <a:pt x="2012956" y="604228"/>
                  </a:cubicBezTo>
                  <a:cubicBezTo>
                    <a:pt x="1912126" y="599148"/>
                    <a:pt x="1809086" y="605498"/>
                    <a:pt x="1707607" y="600418"/>
                  </a:cubicBezTo>
                  <a:cubicBezTo>
                    <a:pt x="1646720" y="596608"/>
                    <a:pt x="1587394" y="599148"/>
                    <a:pt x="1526507" y="596608"/>
                  </a:cubicBezTo>
                  <a:lnTo>
                    <a:pt x="1442201" y="592798"/>
                  </a:lnTo>
                  <a:cubicBezTo>
                    <a:pt x="1425028" y="592798"/>
                    <a:pt x="1409416" y="594068"/>
                    <a:pt x="1392242" y="594068"/>
                  </a:cubicBezTo>
                  <a:cubicBezTo>
                    <a:pt x="1348528" y="592798"/>
                    <a:pt x="1228315" y="594068"/>
                    <a:pt x="1184601" y="592798"/>
                  </a:cubicBezTo>
                  <a:cubicBezTo>
                    <a:pt x="1153377" y="591528"/>
                    <a:pt x="528892" y="600418"/>
                    <a:pt x="497667" y="599148"/>
                  </a:cubicBezTo>
                  <a:cubicBezTo>
                    <a:pt x="489861" y="599148"/>
                    <a:pt x="480494" y="600418"/>
                    <a:pt x="472688" y="600418"/>
                  </a:cubicBezTo>
                  <a:cubicBezTo>
                    <a:pt x="453953" y="600418"/>
                    <a:pt x="436780" y="601688"/>
                    <a:pt x="418045" y="601688"/>
                  </a:cubicBezTo>
                  <a:cubicBezTo>
                    <a:pt x="371209" y="601688"/>
                    <a:pt x="325934" y="600418"/>
                    <a:pt x="279097" y="599148"/>
                  </a:cubicBezTo>
                  <a:cubicBezTo>
                    <a:pt x="250996" y="597878"/>
                    <a:pt x="222894" y="596608"/>
                    <a:pt x="196353" y="595338"/>
                  </a:cubicBezTo>
                  <a:cubicBezTo>
                    <a:pt x="146394" y="594068"/>
                    <a:pt x="96436" y="592798"/>
                    <a:pt x="44916" y="592798"/>
                  </a:cubicBezTo>
                  <a:cubicBezTo>
                    <a:pt x="34505" y="592798"/>
                    <a:pt x="25615" y="592798"/>
                    <a:pt x="15455" y="591528"/>
                  </a:cubicBezTo>
                  <a:cubicBezTo>
                    <a:pt x="6565" y="590258"/>
                    <a:pt x="1485" y="583908"/>
                    <a:pt x="4025" y="575018"/>
                  </a:cubicBezTo>
                  <a:cubicBezTo>
                    <a:pt x="12915" y="543746"/>
                    <a:pt x="9105" y="533981"/>
                    <a:pt x="7835" y="523826"/>
                  </a:cubicBezTo>
                  <a:cubicBezTo>
                    <a:pt x="6565" y="503125"/>
                    <a:pt x="2755" y="482814"/>
                    <a:pt x="4025" y="462113"/>
                  </a:cubicBezTo>
                  <a:cubicBezTo>
                    <a:pt x="1485" y="436334"/>
                    <a:pt x="-3595" y="117221"/>
                    <a:pt x="4025" y="91052"/>
                  </a:cubicBezTo>
                  <a:cubicBezTo>
                    <a:pt x="5295" y="85974"/>
                    <a:pt x="4025" y="80506"/>
                    <a:pt x="5295" y="75428"/>
                  </a:cubicBezTo>
                  <a:cubicBezTo>
                    <a:pt x="6565" y="67225"/>
                    <a:pt x="9105" y="58242"/>
                    <a:pt x="10375" y="44450"/>
                  </a:cubicBezTo>
                  <a:cubicBezTo>
                    <a:pt x="10375" y="41910"/>
                    <a:pt x="11645" y="39370"/>
                    <a:pt x="12915" y="38100"/>
                  </a:cubicBezTo>
                  <a:cubicBezTo>
                    <a:pt x="34505" y="35560"/>
                    <a:pt x="57405" y="30480"/>
                    <a:pt x="82385" y="29210"/>
                  </a:cubicBezTo>
                  <a:cubicBezTo>
                    <a:pt x="124537" y="25400"/>
                    <a:pt x="166690" y="22860"/>
                    <a:pt x="210404" y="20320"/>
                  </a:cubicBezTo>
                  <a:cubicBezTo>
                    <a:pt x="240067" y="17780"/>
                    <a:pt x="269730" y="16510"/>
                    <a:pt x="297832" y="13970"/>
                  </a:cubicBezTo>
                  <a:cubicBezTo>
                    <a:pt x="325934" y="11430"/>
                    <a:pt x="355597" y="8890"/>
                    <a:pt x="383699" y="8890"/>
                  </a:cubicBezTo>
                  <a:cubicBezTo>
                    <a:pt x="414923" y="7620"/>
                    <a:pt x="446147" y="10160"/>
                    <a:pt x="477372" y="8890"/>
                  </a:cubicBezTo>
                  <a:cubicBezTo>
                    <a:pt x="516402" y="8890"/>
                    <a:pt x="1223631" y="6350"/>
                    <a:pt x="1262662" y="5080"/>
                  </a:cubicBezTo>
                  <a:cubicBezTo>
                    <a:pt x="1300131" y="3810"/>
                    <a:pt x="1337600" y="2540"/>
                    <a:pt x="1376630" y="2540"/>
                  </a:cubicBezTo>
                  <a:cubicBezTo>
                    <a:pt x="1440640" y="1270"/>
                    <a:pt x="1503088" y="0"/>
                    <a:pt x="1567098" y="0"/>
                  </a:cubicBezTo>
                  <a:cubicBezTo>
                    <a:pt x="1593639" y="0"/>
                    <a:pt x="1621741" y="2540"/>
                    <a:pt x="1648281" y="2540"/>
                  </a:cubicBezTo>
                  <a:cubicBezTo>
                    <a:pt x="1721658" y="3810"/>
                    <a:pt x="1796596" y="5080"/>
                    <a:pt x="1869973" y="7620"/>
                  </a:cubicBezTo>
                  <a:cubicBezTo>
                    <a:pt x="1909004" y="8890"/>
                    <a:pt x="1948034" y="12700"/>
                    <a:pt x="1987064" y="16510"/>
                  </a:cubicBezTo>
                  <a:lnTo>
                    <a:pt x="2012956" y="16510"/>
                  </a:lnTo>
                  <a:cubicBezTo>
                    <a:pt x="2024386" y="17780"/>
                    <a:pt x="2033276" y="20320"/>
                    <a:pt x="2043436" y="21590"/>
                  </a:cubicBezTo>
                  <a:close/>
                  <a:moveTo>
                    <a:pt x="2053596" y="587718"/>
                  </a:moveTo>
                  <a:cubicBezTo>
                    <a:pt x="2054866" y="571208"/>
                    <a:pt x="2056136" y="558508"/>
                    <a:pt x="2056136" y="545808"/>
                  </a:cubicBezTo>
                  <a:cubicBezTo>
                    <a:pt x="2054866" y="522264"/>
                    <a:pt x="2053596" y="501562"/>
                    <a:pt x="2053596" y="479299"/>
                  </a:cubicBezTo>
                  <a:cubicBezTo>
                    <a:pt x="2053596" y="469143"/>
                    <a:pt x="2056136" y="458988"/>
                    <a:pt x="2054866" y="448833"/>
                  </a:cubicBezTo>
                  <a:cubicBezTo>
                    <a:pt x="2054866" y="439458"/>
                    <a:pt x="2053596" y="429694"/>
                    <a:pt x="2052326" y="420319"/>
                  </a:cubicBezTo>
                  <a:cubicBezTo>
                    <a:pt x="2047246" y="405868"/>
                    <a:pt x="2035816" y="106675"/>
                    <a:pt x="2035816" y="92223"/>
                  </a:cubicBezTo>
                  <a:cubicBezTo>
                    <a:pt x="2033276" y="80115"/>
                    <a:pt x="2030736" y="67616"/>
                    <a:pt x="2028196" y="55508"/>
                  </a:cubicBezTo>
                  <a:cubicBezTo>
                    <a:pt x="2026926" y="44450"/>
                    <a:pt x="2025656" y="43180"/>
                    <a:pt x="2008921" y="41910"/>
                  </a:cubicBezTo>
                  <a:cubicBezTo>
                    <a:pt x="2004238" y="41910"/>
                    <a:pt x="2001115" y="41910"/>
                    <a:pt x="1996432" y="40640"/>
                  </a:cubicBezTo>
                  <a:cubicBezTo>
                    <a:pt x="1957401" y="36830"/>
                    <a:pt x="1916810" y="31750"/>
                    <a:pt x="1877779" y="30480"/>
                  </a:cubicBezTo>
                  <a:cubicBezTo>
                    <a:pt x="1782546" y="26670"/>
                    <a:pt x="1685750" y="25400"/>
                    <a:pt x="1590516" y="22860"/>
                  </a:cubicBezTo>
                  <a:lnTo>
                    <a:pt x="1478109" y="22860"/>
                  </a:lnTo>
                  <a:cubicBezTo>
                    <a:pt x="1428150" y="22860"/>
                    <a:pt x="1378191" y="22860"/>
                    <a:pt x="1329794" y="24130"/>
                  </a:cubicBezTo>
                  <a:cubicBezTo>
                    <a:pt x="1287641" y="25400"/>
                    <a:pt x="577289" y="29210"/>
                    <a:pt x="535136" y="29210"/>
                  </a:cubicBezTo>
                  <a:cubicBezTo>
                    <a:pt x="466443" y="29210"/>
                    <a:pt x="397750" y="26670"/>
                    <a:pt x="329056" y="33020"/>
                  </a:cubicBezTo>
                  <a:cubicBezTo>
                    <a:pt x="293148" y="36830"/>
                    <a:pt x="258802" y="36830"/>
                    <a:pt x="224455" y="38100"/>
                  </a:cubicBezTo>
                  <a:cubicBezTo>
                    <a:pt x="165129" y="41910"/>
                    <a:pt x="105803" y="45720"/>
                    <a:pt x="46477" y="50800"/>
                  </a:cubicBezTo>
                  <a:cubicBezTo>
                    <a:pt x="33235" y="50800"/>
                    <a:pt x="30695" y="52383"/>
                    <a:pt x="29425" y="57070"/>
                  </a:cubicBezTo>
                  <a:cubicBezTo>
                    <a:pt x="28155" y="64101"/>
                    <a:pt x="28155" y="71131"/>
                    <a:pt x="26885" y="78162"/>
                  </a:cubicBezTo>
                  <a:cubicBezTo>
                    <a:pt x="25615" y="89880"/>
                    <a:pt x="23075" y="101207"/>
                    <a:pt x="21805" y="112925"/>
                  </a:cubicBezTo>
                  <a:cubicBezTo>
                    <a:pt x="16725" y="125424"/>
                    <a:pt x="23075" y="430865"/>
                    <a:pt x="25615" y="443364"/>
                  </a:cubicBezTo>
                  <a:cubicBezTo>
                    <a:pt x="25615" y="456644"/>
                    <a:pt x="25615" y="470315"/>
                    <a:pt x="26885" y="483595"/>
                  </a:cubicBezTo>
                  <a:cubicBezTo>
                    <a:pt x="26885" y="493360"/>
                    <a:pt x="29425" y="503125"/>
                    <a:pt x="29425" y="512889"/>
                  </a:cubicBezTo>
                  <a:cubicBezTo>
                    <a:pt x="29425" y="523435"/>
                    <a:pt x="29425" y="533981"/>
                    <a:pt x="28155" y="545808"/>
                  </a:cubicBezTo>
                  <a:lnTo>
                    <a:pt x="28155" y="555968"/>
                  </a:lnTo>
                  <a:cubicBezTo>
                    <a:pt x="28155" y="566128"/>
                    <a:pt x="31965" y="569938"/>
                    <a:pt x="40855" y="569938"/>
                  </a:cubicBezTo>
                  <a:cubicBezTo>
                    <a:pt x="60528" y="569938"/>
                    <a:pt x="82385" y="571208"/>
                    <a:pt x="102680" y="571208"/>
                  </a:cubicBezTo>
                  <a:cubicBezTo>
                    <a:pt x="132343" y="571208"/>
                    <a:pt x="163568" y="568668"/>
                    <a:pt x="193231" y="571208"/>
                  </a:cubicBezTo>
                  <a:cubicBezTo>
                    <a:pt x="241628" y="575018"/>
                    <a:pt x="290026" y="577558"/>
                    <a:pt x="338424" y="576288"/>
                  </a:cubicBezTo>
                  <a:cubicBezTo>
                    <a:pt x="369648" y="575018"/>
                    <a:pt x="399311" y="577558"/>
                    <a:pt x="430535" y="577558"/>
                  </a:cubicBezTo>
                  <a:cubicBezTo>
                    <a:pt x="475810" y="577558"/>
                    <a:pt x="521085" y="576288"/>
                    <a:pt x="566361" y="577558"/>
                  </a:cubicBezTo>
                  <a:cubicBezTo>
                    <a:pt x="633493" y="578828"/>
                    <a:pt x="1370385" y="568668"/>
                    <a:pt x="1439079" y="571208"/>
                  </a:cubicBezTo>
                  <a:cubicBezTo>
                    <a:pt x="1468742" y="572478"/>
                    <a:pt x="1498405" y="573748"/>
                    <a:pt x="1526507" y="573748"/>
                  </a:cubicBezTo>
                  <a:cubicBezTo>
                    <a:pt x="1578027" y="576288"/>
                    <a:pt x="1627985" y="572478"/>
                    <a:pt x="1679506" y="576288"/>
                  </a:cubicBezTo>
                  <a:cubicBezTo>
                    <a:pt x="1721658" y="578828"/>
                    <a:pt x="1763811" y="578828"/>
                    <a:pt x="1805964" y="581368"/>
                  </a:cubicBezTo>
                  <a:cubicBezTo>
                    <a:pt x="1868412" y="585178"/>
                    <a:pt x="1930861" y="587718"/>
                    <a:pt x="1993309" y="588988"/>
                  </a:cubicBezTo>
                  <a:cubicBezTo>
                    <a:pt x="2015496" y="588988"/>
                    <a:pt x="2033276" y="587718"/>
                    <a:pt x="2053596" y="587718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17768" name="Group 62">
            <a:extLst>
              <a:ext uri="{FF2B5EF4-FFF2-40B4-BE49-F238E27FC236}">
                <a16:creationId xmlns:a16="http://schemas.microsoft.com/office/drawing/2014/main" id="{7C8CBA64-6C66-9086-888A-02033566E6C5}"/>
              </a:ext>
            </a:extLst>
          </p:cNvPr>
          <p:cNvGrpSpPr/>
          <p:nvPr/>
        </p:nvGrpSpPr>
        <p:grpSpPr>
          <a:xfrm>
            <a:off x="1602010" y="5459168"/>
            <a:ext cx="1420829" cy="248511"/>
            <a:chOff x="0" y="0"/>
            <a:chExt cx="2125053" cy="371685"/>
          </a:xfrm>
        </p:grpSpPr>
        <p:sp>
          <p:nvSpPr>
            <p:cNvPr id="17769" name="Freeform 63">
              <a:extLst>
                <a:ext uri="{FF2B5EF4-FFF2-40B4-BE49-F238E27FC236}">
                  <a16:creationId xmlns:a16="http://schemas.microsoft.com/office/drawing/2014/main" id="{629B2A74-5231-50D6-DBB1-96F94B45BB76}"/>
                </a:ext>
              </a:extLst>
            </p:cNvPr>
            <p:cNvSpPr/>
            <p:nvPr/>
          </p:nvSpPr>
          <p:spPr>
            <a:xfrm>
              <a:off x="39997" y="45156"/>
              <a:ext cx="2085057" cy="325824"/>
            </a:xfrm>
            <a:custGeom>
              <a:avLst/>
              <a:gdLst/>
              <a:ahLst/>
              <a:cxnLst/>
              <a:rect l="l" t="t" r="r" b="b"/>
              <a:pathLst>
                <a:path w="2085057" h="325824">
                  <a:moveTo>
                    <a:pt x="643" y="296049"/>
                  </a:moveTo>
                  <a:cubicBezTo>
                    <a:pt x="-1897" y="304939"/>
                    <a:pt x="3183" y="311289"/>
                    <a:pt x="14136" y="312559"/>
                  </a:cubicBezTo>
                  <a:cubicBezTo>
                    <a:pt x="26702" y="313829"/>
                    <a:pt x="37697" y="313829"/>
                    <a:pt x="50263" y="313829"/>
                  </a:cubicBezTo>
                  <a:cubicBezTo>
                    <a:pt x="100526" y="315099"/>
                    <a:pt x="150789" y="315099"/>
                    <a:pt x="202623" y="316369"/>
                  </a:cubicBezTo>
                  <a:cubicBezTo>
                    <a:pt x="230896" y="317639"/>
                    <a:pt x="259169" y="318909"/>
                    <a:pt x="285872" y="320179"/>
                  </a:cubicBezTo>
                  <a:cubicBezTo>
                    <a:pt x="332993" y="321449"/>
                    <a:pt x="378544" y="321449"/>
                    <a:pt x="425666" y="322719"/>
                  </a:cubicBezTo>
                  <a:cubicBezTo>
                    <a:pt x="444515" y="322719"/>
                    <a:pt x="461793" y="322719"/>
                    <a:pt x="480642" y="321449"/>
                  </a:cubicBezTo>
                  <a:cubicBezTo>
                    <a:pt x="488495" y="321449"/>
                    <a:pt x="497920" y="320179"/>
                    <a:pt x="505773" y="320179"/>
                  </a:cubicBezTo>
                  <a:cubicBezTo>
                    <a:pt x="537188" y="321449"/>
                    <a:pt x="1165478" y="312559"/>
                    <a:pt x="1196892" y="313829"/>
                  </a:cubicBezTo>
                  <a:cubicBezTo>
                    <a:pt x="1240873" y="315099"/>
                    <a:pt x="1361819" y="315099"/>
                    <a:pt x="1405799" y="315099"/>
                  </a:cubicBezTo>
                  <a:cubicBezTo>
                    <a:pt x="1423077" y="315099"/>
                    <a:pt x="1438784" y="313829"/>
                    <a:pt x="1456062" y="313829"/>
                  </a:cubicBezTo>
                  <a:lnTo>
                    <a:pt x="1540881" y="317639"/>
                  </a:lnTo>
                  <a:cubicBezTo>
                    <a:pt x="1602140" y="320179"/>
                    <a:pt x="1661827" y="317639"/>
                    <a:pt x="1723085" y="321449"/>
                  </a:cubicBezTo>
                  <a:cubicBezTo>
                    <a:pt x="1825183" y="326529"/>
                    <a:pt x="1928850" y="320179"/>
                    <a:pt x="2021556" y="325259"/>
                  </a:cubicBezTo>
                  <a:cubicBezTo>
                    <a:pt x="2041877" y="326529"/>
                    <a:pt x="2062196" y="325259"/>
                    <a:pt x="2085056" y="325259"/>
                  </a:cubicBezTo>
                  <a:lnTo>
                    <a:pt x="2085056" y="265569"/>
                  </a:lnTo>
                  <a:cubicBezTo>
                    <a:pt x="2083786" y="231832"/>
                    <a:pt x="2082516" y="223058"/>
                    <a:pt x="2082516" y="213736"/>
                  </a:cubicBezTo>
                  <a:cubicBezTo>
                    <a:pt x="2082516" y="202951"/>
                    <a:pt x="2086327" y="191984"/>
                    <a:pt x="2079977" y="181199"/>
                  </a:cubicBezTo>
                  <a:cubicBezTo>
                    <a:pt x="2072356" y="174070"/>
                    <a:pt x="2060927" y="33505"/>
                    <a:pt x="2060927" y="26377"/>
                  </a:cubicBezTo>
                  <a:cubicBezTo>
                    <a:pt x="2058386" y="21441"/>
                    <a:pt x="2057116" y="16323"/>
                    <a:pt x="2054577" y="11388"/>
                  </a:cubicBezTo>
                  <a:cubicBezTo>
                    <a:pt x="2054577" y="9926"/>
                    <a:pt x="2053306" y="8463"/>
                    <a:pt x="2052036" y="5644"/>
                  </a:cubicBezTo>
                  <a:cubicBezTo>
                    <a:pt x="2041877" y="3104"/>
                    <a:pt x="2032986" y="1834"/>
                    <a:pt x="2022827" y="564"/>
                  </a:cubicBezTo>
                  <a:cubicBezTo>
                    <a:pt x="2015206" y="-706"/>
                    <a:pt x="2007586" y="564"/>
                    <a:pt x="2001236" y="564"/>
                  </a:cubicBezTo>
                  <a:lnTo>
                    <a:pt x="6282" y="5644"/>
                  </a:lnTo>
                  <a:lnTo>
                    <a:pt x="643" y="296049"/>
                  </a:lnTo>
                  <a:close/>
                </a:path>
              </a:pathLst>
            </a:custGeom>
            <a:solidFill>
              <a:srgbClr val="FCFCF8"/>
            </a:solidFill>
          </p:spPr>
          <p:txBody>
            <a:bodyPr/>
            <a:lstStyle/>
            <a:p>
              <a:endParaRPr lang="en-AU"/>
            </a:p>
          </p:txBody>
        </p:sp>
        <p:sp>
          <p:nvSpPr>
            <p:cNvPr id="17770" name="Freeform 64">
              <a:extLst>
                <a:ext uri="{FF2B5EF4-FFF2-40B4-BE49-F238E27FC236}">
                  <a16:creationId xmlns:a16="http://schemas.microsoft.com/office/drawing/2014/main" id="{AD38F3FA-281F-FBBC-1DB1-C8C396BC851E}"/>
                </a:ext>
              </a:extLst>
            </p:cNvPr>
            <p:cNvSpPr/>
            <p:nvPr/>
          </p:nvSpPr>
          <p:spPr>
            <a:xfrm>
              <a:off x="11430" y="16510"/>
              <a:ext cx="2064094" cy="317075"/>
            </a:xfrm>
            <a:custGeom>
              <a:avLst/>
              <a:gdLst/>
              <a:ahLst/>
              <a:cxnLst/>
              <a:rect l="l" t="t" r="r" b="b"/>
              <a:pathLst>
                <a:path w="2064094" h="317075">
                  <a:moveTo>
                    <a:pt x="2064094" y="317075"/>
                  </a:moveTo>
                  <a:lnTo>
                    <a:pt x="0" y="309455"/>
                  </a:lnTo>
                  <a:lnTo>
                    <a:pt x="0" y="116440"/>
                  </a:lnTo>
                  <a:lnTo>
                    <a:pt x="7620" y="20320"/>
                  </a:lnTo>
                  <a:lnTo>
                    <a:pt x="1029119" y="0"/>
                  </a:lnTo>
                  <a:lnTo>
                    <a:pt x="2042504" y="8890"/>
                  </a:lnTo>
                  <a:close/>
                </a:path>
              </a:pathLst>
            </a:custGeom>
            <a:solidFill>
              <a:srgbClr val="9CF2FE"/>
            </a:solidFill>
          </p:spPr>
          <p:txBody>
            <a:bodyPr/>
            <a:lstStyle/>
            <a:p>
              <a:endParaRPr lang="en-AU"/>
            </a:p>
          </p:txBody>
        </p:sp>
        <p:sp>
          <p:nvSpPr>
            <p:cNvPr id="17771" name="Freeform 65">
              <a:extLst>
                <a:ext uri="{FF2B5EF4-FFF2-40B4-BE49-F238E27FC236}">
                  <a16:creationId xmlns:a16="http://schemas.microsoft.com/office/drawing/2014/main" id="{685BD102-B069-987F-173C-AD2D031BDC60}"/>
                </a:ext>
              </a:extLst>
            </p:cNvPr>
            <p:cNvSpPr/>
            <p:nvPr/>
          </p:nvSpPr>
          <p:spPr>
            <a:xfrm>
              <a:off x="-215" y="0"/>
              <a:ext cx="2088438" cy="343039"/>
            </a:xfrm>
            <a:custGeom>
              <a:avLst/>
              <a:gdLst/>
              <a:ahLst/>
              <a:cxnLst/>
              <a:rect l="l" t="t" r="r" b="b"/>
              <a:pathLst>
                <a:path w="2088438" h="343039">
                  <a:moveTo>
                    <a:pt x="2055418" y="21590"/>
                  </a:moveTo>
                  <a:cubicBezTo>
                    <a:pt x="2056689" y="34290"/>
                    <a:pt x="2056689" y="44450"/>
                    <a:pt x="2057958" y="52340"/>
                  </a:cubicBezTo>
                  <a:cubicBezTo>
                    <a:pt x="2060498" y="57275"/>
                    <a:pt x="2061768" y="62393"/>
                    <a:pt x="2064308" y="67328"/>
                  </a:cubicBezTo>
                  <a:cubicBezTo>
                    <a:pt x="2064308" y="74457"/>
                    <a:pt x="2077008" y="215022"/>
                    <a:pt x="2083358" y="222151"/>
                  </a:cubicBezTo>
                  <a:cubicBezTo>
                    <a:pt x="2089708" y="232936"/>
                    <a:pt x="2085898" y="243903"/>
                    <a:pt x="2085898" y="254687"/>
                  </a:cubicBezTo>
                  <a:cubicBezTo>
                    <a:pt x="2085898" y="264192"/>
                    <a:pt x="2087168" y="272966"/>
                    <a:pt x="2088439" y="282785"/>
                  </a:cubicBezTo>
                  <a:lnTo>
                    <a:pt x="2088439" y="342475"/>
                  </a:lnTo>
                  <a:cubicBezTo>
                    <a:pt x="2065578" y="342475"/>
                    <a:pt x="2045258" y="343745"/>
                    <a:pt x="2024939" y="342475"/>
                  </a:cubicBezTo>
                  <a:cubicBezTo>
                    <a:pt x="1923511" y="337395"/>
                    <a:pt x="1819844" y="343745"/>
                    <a:pt x="1717746" y="338665"/>
                  </a:cubicBezTo>
                  <a:cubicBezTo>
                    <a:pt x="1656488" y="334855"/>
                    <a:pt x="1596801" y="337395"/>
                    <a:pt x="1535542" y="334855"/>
                  </a:cubicBezTo>
                  <a:lnTo>
                    <a:pt x="1450723" y="331045"/>
                  </a:lnTo>
                  <a:cubicBezTo>
                    <a:pt x="1433445" y="331045"/>
                    <a:pt x="1417738" y="332315"/>
                    <a:pt x="1400460" y="332315"/>
                  </a:cubicBezTo>
                  <a:cubicBezTo>
                    <a:pt x="1356480" y="331045"/>
                    <a:pt x="1235534" y="332315"/>
                    <a:pt x="1191553" y="331045"/>
                  </a:cubicBezTo>
                  <a:cubicBezTo>
                    <a:pt x="1160139" y="329775"/>
                    <a:pt x="531849" y="338665"/>
                    <a:pt x="500434" y="337395"/>
                  </a:cubicBezTo>
                  <a:cubicBezTo>
                    <a:pt x="492580" y="337395"/>
                    <a:pt x="483156" y="338665"/>
                    <a:pt x="475303" y="338665"/>
                  </a:cubicBezTo>
                  <a:cubicBezTo>
                    <a:pt x="456454" y="338665"/>
                    <a:pt x="439176" y="339935"/>
                    <a:pt x="420327" y="339935"/>
                  </a:cubicBezTo>
                  <a:cubicBezTo>
                    <a:pt x="373205" y="339935"/>
                    <a:pt x="327654" y="338665"/>
                    <a:pt x="280533" y="337395"/>
                  </a:cubicBezTo>
                  <a:cubicBezTo>
                    <a:pt x="252259" y="336125"/>
                    <a:pt x="223986" y="334855"/>
                    <a:pt x="197284" y="333585"/>
                  </a:cubicBezTo>
                  <a:cubicBezTo>
                    <a:pt x="147021" y="332315"/>
                    <a:pt x="96758" y="331045"/>
                    <a:pt x="44924" y="331045"/>
                  </a:cubicBezTo>
                  <a:cubicBezTo>
                    <a:pt x="34505" y="331045"/>
                    <a:pt x="25615" y="331045"/>
                    <a:pt x="15455" y="329775"/>
                  </a:cubicBezTo>
                  <a:cubicBezTo>
                    <a:pt x="6565" y="328505"/>
                    <a:pt x="1485" y="322155"/>
                    <a:pt x="4025" y="313265"/>
                  </a:cubicBezTo>
                  <a:cubicBezTo>
                    <a:pt x="12915" y="282106"/>
                    <a:pt x="9105" y="277536"/>
                    <a:pt x="7835" y="272784"/>
                  </a:cubicBezTo>
                  <a:cubicBezTo>
                    <a:pt x="6565" y="263096"/>
                    <a:pt x="2755" y="253591"/>
                    <a:pt x="4025" y="243903"/>
                  </a:cubicBezTo>
                  <a:cubicBezTo>
                    <a:pt x="1485" y="231839"/>
                    <a:pt x="-3595" y="82500"/>
                    <a:pt x="4025" y="70253"/>
                  </a:cubicBezTo>
                  <a:cubicBezTo>
                    <a:pt x="5295" y="67877"/>
                    <a:pt x="4025" y="65318"/>
                    <a:pt x="5295" y="62941"/>
                  </a:cubicBezTo>
                  <a:cubicBezTo>
                    <a:pt x="6565" y="59103"/>
                    <a:pt x="9105" y="54899"/>
                    <a:pt x="10375" y="44450"/>
                  </a:cubicBezTo>
                  <a:cubicBezTo>
                    <a:pt x="10375" y="41910"/>
                    <a:pt x="11645" y="39370"/>
                    <a:pt x="12915" y="38100"/>
                  </a:cubicBezTo>
                  <a:cubicBezTo>
                    <a:pt x="34505" y="35560"/>
                    <a:pt x="57490" y="30480"/>
                    <a:pt x="82621" y="29210"/>
                  </a:cubicBezTo>
                  <a:cubicBezTo>
                    <a:pt x="125031" y="25400"/>
                    <a:pt x="167440" y="22860"/>
                    <a:pt x="211421" y="20320"/>
                  </a:cubicBezTo>
                  <a:cubicBezTo>
                    <a:pt x="241264" y="17780"/>
                    <a:pt x="271108" y="16510"/>
                    <a:pt x="299381" y="13970"/>
                  </a:cubicBezTo>
                  <a:cubicBezTo>
                    <a:pt x="327654" y="11430"/>
                    <a:pt x="357498" y="8890"/>
                    <a:pt x="385771" y="8890"/>
                  </a:cubicBezTo>
                  <a:cubicBezTo>
                    <a:pt x="417186" y="7620"/>
                    <a:pt x="448600" y="10160"/>
                    <a:pt x="480015" y="8890"/>
                  </a:cubicBezTo>
                  <a:cubicBezTo>
                    <a:pt x="519283" y="8890"/>
                    <a:pt x="1230821" y="6350"/>
                    <a:pt x="1270090" y="5080"/>
                  </a:cubicBezTo>
                  <a:cubicBezTo>
                    <a:pt x="1307787" y="3810"/>
                    <a:pt x="1345485" y="2540"/>
                    <a:pt x="1384753" y="2540"/>
                  </a:cubicBezTo>
                  <a:cubicBezTo>
                    <a:pt x="1449152" y="1270"/>
                    <a:pt x="1511981" y="0"/>
                    <a:pt x="1576381" y="0"/>
                  </a:cubicBezTo>
                  <a:cubicBezTo>
                    <a:pt x="1603084" y="0"/>
                    <a:pt x="1631357" y="2540"/>
                    <a:pt x="1658059" y="2540"/>
                  </a:cubicBezTo>
                  <a:cubicBezTo>
                    <a:pt x="1731883" y="3810"/>
                    <a:pt x="1807278" y="5080"/>
                    <a:pt x="1881102" y="7620"/>
                  </a:cubicBezTo>
                  <a:cubicBezTo>
                    <a:pt x="1920370" y="8890"/>
                    <a:pt x="1959638" y="12700"/>
                    <a:pt x="1998906" y="16510"/>
                  </a:cubicBezTo>
                  <a:lnTo>
                    <a:pt x="2024939" y="16510"/>
                  </a:lnTo>
                  <a:cubicBezTo>
                    <a:pt x="2036368" y="17780"/>
                    <a:pt x="2045258" y="20320"/>
                    <a:pt x="2055418" y="21590"/>
                  </a:cubicBezTo>
                  <a:close/>
                  <a:moveTo>
                    <a:pt x="2065578" y="325965"/>
                  </a:moveTo>
                  <a:cubicBezTo>
                    <a:pt x="2066848" y="309455"/>
                    <a:pt x="2068118" y="296755"/>
                    <a:pt x="2068118" y="284055"/>
                  </a:cubicBezTo>
                  <a:cubicBezTo>
                    <a:pt x="2066848" y="272052"/>
                    <a:pt x="2065578" y="262365"/>
                    <a:pt x="2065578" y="251946"/>
                  </a:cubicBezTo>
                  <a:cubicBezTo>
                    <a:pt x="2065578" y="247193"/>
                    <a:pt x="2068118" y="242441"/>
                    <a:pt x="2066848" y="237688"/>
                  </a:cubicBezTo>
                  <a:cubicBezTo>
                    <a:pt x="2066848" y="233301"/>
                    <a:pt x="2065578" y="228731"/>
                    <a:pt x="2064308" y="224344"/>
                  </a:cubicBezTo>
                  <a:cubicBezTo>
                    <a:pt x="2059228" y="217581"/>
                    <a:pt x="2047798" y="77565"/>
                    <a:pt x="2047798" y="70801"/>
                  </a:cubicBezTo>
                  <a:cubicBezTo>
                    <a:pt x="2045258" y="65135"/>
                    <a:pt x="2042718" y="59286"/>
                    <a:pt x="2040178" y="53619"/>
                  </a:cubicBezTo>
                  <a:cubicBezTo>
                    <a:pt x="2038908" y="44450"/>
                    <a:pt x="2037639" y="43180"/>
                    <a:pt x="2020897" y="41910"/>
                  </a:cubicBezTo>
                  <a:cubicBezTo>
                    <a:pt x="2016184" y="41910"/>
                    <a:pt x="2013043" y="41910"/>
                    <a:pt x="2008331" y="40640"/>
                  </a:cubicBezTo>
                  <a:cubicBezTo>
                    <a:pt x="1969062" y="36830"/>
                    <a:pt x="1928224" y="31750"/>
                    <a:pt x="1888956" y="30480"/>
                  </a:cubicBezTo>
                  <a:cubicBezTo>
                    <a:pt x="1793141" y="26670"/>
                    <a:pt x="1695756" y="25400"/>
                    <a:pt x="1599942" y="22860"/>
                  </a:cubicBezTo>
                  <a:lnTo>
                    <a:pt x="1486850" y="22860"/>
                  </a:lnTo>
                  <a:cubicBezTo>
                    <a:pt x="1436587" y="22860"/>
                    <a:pt x="1386323" y="22860"/>
                    <a:pt x="1337631" y="24130"/>
                  </a:cubicBezTo>
                  <a:cubicBezTo>
                    <a:pt x="1295221" y="25400"/>
                    <a:pt x="580541" y="29210"/>
                    <a:pt x="538132" y="29210"/>
                  </a:cubicBezTo>
                  <a:cubicBezTo>
                    <a:pt x="469020" y="29210"/>
                    <a:pt x="399908" y="26670"/>
                    <a:pt x="330796" y="33020"/>
                  </a:cubicBezTo>
                  <a:cubicBezTo>
                    <a:pt x="294669" y="36830"/>
                    <a:pt x="260113" y="36830"/>
                    <a:pt x="225557" y="38100"/>
                  </a:cubicBezTo>
                  <a:cubicBezTo>
                    <a:pt x="165870" y="41910"/>
                    <a:pt x="106182" y="45720"/>
                    <a:pt x="46494" y="50800"/>
                  </a:cubicBezTo>
                  <a:cubicBezTo>
                    <a:pt x="33235" y="50800"/>
                    <a:pt x="30695" y="52157"/>
                    <a:pt x="29425" y="54350"/>
                  </a:cubicBezTo>
                  <a:cubicBezTo>
                    <a:pt x="28155" y="57641"/>
                    <a:pt x="28155" y="60931"/>
                    <a:pt x="26885" y="64221"/>
                  </a:cubicBezTo>
                  <a:cubicBezTo>
                    <a:pt x="25615" y="69705"/>
                    <a:pt x="23075" y="75006"/>
                    <a:pt x="21805" y="80489"/>
                  </a:cubicBezTo>
                  <a:cubicBezTo>
                    <a:pt x="16725" y="86339"/>
                    <a:pt x="23075" y="229280"/>
                    <a:pt x="25615" y="235129"/>
                  </a:cubicBezTo>
                  <a:cubicBezTo>
                    <a:pt x="25615" y="241344"/>
                    <a:pt x="25615" y="247741"/>
                    <a:pt x="26885" y="253956"/>
                  </a:cubicBezTo>
                  <a:cubicBezTo>
                    <a:pt x="26885" y="258526"/>
                    <a:pt x="29425" y="263096"/>
                    <a:pt x="29425" y="267666"/>
                  </a:cubicBezTo>
                  <a:cubicBezTo>
                    <a:pt x="29425" y="272601"/>
                    <a:pt x="29425" y="277536"/>
                    <a:pt x="28155" y="284055"/>
                  </a:cubicBezTo>
                  <a:lnTo>
                    <a:pt x="28155" y="294215"/>
                  </a:lnTo>
                  <a:cubicBezTo>
                    <a:pt x="28155" y="304375"/>
                    <a:pt x="31965" y="308185"/>
                    <a:pt x="40855" y="308185"/>
                  </a:cubicBezTo>
                  <a:cubicBezTo>
                    <a:pt x="60631" y="308185"/>
                    <a:pt x="82621" y="309455"/>
                    <a:pt x="103041" y="309455"/>
                  </a:cubicBezTo>
                  <a:cubicBezTo>
                    <a:pt x="132884" y="309455"/>
                    <a:pt x="164299" y="306915"/>
                    <a:pt x="194143" y="309455"/>
                  </a:cubicBezTo>
                  <a:cubicBezTo>
                    <a:pt x="242835" y="313265"/>
                    <a:pt x="291528" y="315805"/>
                    <a:pt x="340220" y="314535"/>
                  </a:cubicBezTo>
                  <a:cubicBezTo>
                    <a:pt x="371635" y="313265"/>
                    <a:pt x="401478" y="315805"/>
                    <a:pt x="432893" y="315805"/>
                  </a:cubicBezTo>
                  <a:cubicBezTo>
                    <a:pt x="478444" y="315805"/>
                    <a:pt x="523995" y="314535"/>
                    <a:pt x="569546" y="315805"/>
                  </a:cubicBezTo>
                  <a:cubicBezTo>
                    <a:pt x="637087" y="317075"/>
                    <a:pt x="1378470" y="306915"/>
                    <a:pt x="1447582" y="309455"/>
                  </a:cubicBezTo>
                  <a:cubicBezTo>
                    <a:pt x="1477426" y="310725"/>
                    <a:pt x="1507269" y="311995"/>
                    <a:pt x="1535542" y="311995"/>
                  </a:cubicBezTo>
                  <a:cubicBezTo>
                    <a:pt x="1587376" y="314535"/>
                    <a:pt x="1637639" y="310725"/>
                    <a:pt x="1689474" y="314535"/>
                  </a:cubicBezTo>
                  <a:cubicBezTo>
                    <a:pt x="1731883" y="317075"/>
                    <a:pt x="1774293" y="317075"/>
                    <a:pt x="1816702" y="319615"/>
                  </a:cubicBezTo>
                  <a:cubicBezTo>
                    <a:pt x="1879531" y="323425"/>
                    <a:pt x="1942360" y="325965"/>
                    <a:pt x="2005189" y="327235"/>
                  </a:cubicBezTo>
                  <a:cubicBezTo>
                    <a:pt x="2027478" y="327235"/>
                    <a:pt x="2045258" y="325965"/>
                    <a:pt x="2065578" y="325965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AU"/>
            </a:p>
          </p:txBody>
        </p:sp>
      </p:grpSp>
      <p:sp>
        <p:nvSpPr>
          <p:cNvPr id="17776" name="AutoShape 70">
            <a:extLst>
              <a:ext uri="{FF2B5EF4-FFF2-40B4-BE49-F238E27FC236}">
                <a16:creationId xmlns:a16="http://schemas.microsoft.com/office/drawing/2014/main" id="{23AB2E9C-C549-68DA-789D-743318FDBF63}"/>
              </a:ext>
            </a:extLst>
          </p:cNvPr>
          <p:cNvSpPr/>
          <p:nvPr/>
        </p:nvSpPr>
        <p:spPr>
          <a:xfrm flipV="1">
            <a:off x="6723366" y="5167784"/>
            <a:ext cx="0" cy="243605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endParaRPr lang="en-AU"/>
          </a:p>
        </p:txBody>
      </p:sp>
      <p:sp>
        <p:nvSpPr>
          <p:cNvPr id="17777" name="AutoShape 71">
            <a:extLst>
              <a:ext uri="{FF2B5EF4-FFF2-40B4-BE49-F238E27FC236}">
                <a16:creationId xmlns:a16="http://schemas.microsoft.com/office/drawing/2014/main" id="{6D5CD0A0-4736-CA3C-F308-FCEDE0A934CE}"/>
              </a:ext>
            </a:extLst>
          </p:cNvPr>
          <p:cNvSpPr/>
          <p:nvPr/>
        </p:nvSpPr>
        <p:spPr>
          <a:xfrm flipV="1">
            <a:off x="10334139" y="5167784"/>
            <a:ext cx="0" cy="243605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endParaRPr lang="en-AU"/>
          </a:p>
        </p:txBody>
      </p:sp>
      <p:grpSp>
        <p:nvGrpSpPr>
          <p:cNvPr id="17778" name="Group 72">
            <a:extLst>
              <a:ext uri="{FF2B5EF4-FFF2-40B4-BE49-F238E27FC236}">
                <a16:creationId xmlns:a16="http://schemas.microsoft.com/office/drawing/2014/main" id="{2A0581B6-86E1-3F4C-D8D6-9DEF4C44BCF1}"/>
              </a:ext>
            </a:extLst>
          </p:cNvPr>
          <p:cNvGrpSpPr/>
          <p:nvPr/>
        </p:nvGrpSpPr>
        <p:grpSpPr>
          <a:xfrm>
            <a:off x="9819633" y="5448466"/>
            <a:ext cx="1515417" cy="322615"/>
            <a:chOff x="0" y="0"/>
            <a:chExt cx="1533655" cy="371685"/>
          </a:xfrm>
        </p:grpSpPr>
        <p:sp>
          <p:nvSpPr>
            <p:cNvPr id="17779" name="Freeform 73">
              <a:extLst>
                <a:ext uri="{FF2B5EF4-FFF2-40B4-BE49-F238E27FC236}">
                  <a16:creationId xmlns:a16="http://schemas.microsoft.com/office/drawing/2014/main" id="{E6490D7C-4CC7-7D32-3389-245CD11646B4}"/>
                </a:ext>
              </a:extLst>
            </p:cNvPr>
            <p:cNvSpPr/>
            <p:nvPr/>
          </p:nvSpPr>
          <p:spPr>
            <a:xfrm>
              <a:off x="39980" y="45156"/>
              <a:ext cx="1493675" cy="325824"/>
            </a:xfrm>
            <a:custGeom>
              <a:avLst/>
              <a:gdLst/>
              <a:ahLst/>
              <a:cxnLst/>
              <a:rect l="l" t="t" r="r" b="b"/>
              <a:pathLst>
                <a:path w="1493675" h="325824">
                  <a:moveTo>
                    <a:pt x="660" y="296049"/>
                  </a:moveTo>
                  <a:cubicBezTo>
                    <a:pt x="-1880" y="304939"/>
                    <a:pt x="3200" y="311289"/>
                    <a:pt x="10932" y="312559"/>
                  </a:cubicBezTo>
                  <a:cubicBezTo>
                    <a:pt x="19742" y="313829"/>
                    <a:pt x="27450" y="313829"/>
                    <a:pt x="36260" y="313829"/>
                  </a:cubicBezTo>
                  <a:cubicBezTo>
                    <a:pt x="71499" y="315099"/>
                    <a:pt x="106739" y="315099"/>
                    <a:pt x="143079" y="316369"/>
                  </a:cubicBezTo>
                  <a:cubicBezTo>
                    <a:pt x="162901" y="317639"/>
                    <a:pt x="182723" y="318909"/>
                    <a:pt x="201444" y="320179"/>
                  </a:cubicBezTo>
                  <a:cubicBezTo>
                    <a:pt x="234481" y="321449"/>
                    <a:pt x="266416" y="321449"/>
                    <a:pt x="299453" y="322719"/>
                  </a:cubicBezTo>
                  <a:cubicBezTo>
                    <a:pt x="312668" y="322719"/>
                    <a:pt x="324781" y="322719"/>
                    <a:pt x="337996" y="321449"/>
                  </a:cubicBezTo>
                  <a:cubicBezTo>
                    <a:pt x="343502" y="321449"/>
                    <a:pt x="350109" y="320179"/>
                    <a:pt x="355615" y="320179"/>
                  </a:cubicBezTo>
                  <a:cubicBezTo>
                    <a:pt x="377640" y="321449"/>
                    <a:pt x="818130" y="312559"/>
                    <a:pt x="840154" y="313829"/>
                  </a:cubicBezTo>
                  <a:cubicBezTo>
                    <a:pt x="870988" y="315099"/>
                    <a:pt x="955783" y="315099"/>
                    <a:pt x="986617" y="315099"/>
                  </a:cubicBezTo>
                  <a:cubicBezTo>
                    <a:pt x="998731" y="315099"/>
                    <a:pt x="1009743" y="313829"/>
                    <a:pt x="1021856" y="313829"/>
                  </a:cubicBezTo>
                  <a:lnTo>
                    <a:pt x="1081322" y="317639"/>
                  </a:lnTo>
                  <a:cubicBezTo>
                    <a:pt x="1124270" y="320179"/>
                    <a:pt x="1166117" y="317639"/>
                    <a:pt x="1209064" y="321449"/>
                  </a:cubicBezTo>
                  <a:cubicBezTo>
                    <a:pt x="1280644" y="326529"/>
                    <a:pt x="1353325" y="320179"/>
                    <a:pt x="1430175" y="325259"/>
                  </a:cubicBezTo>
                  <a:cubicBezTo>
                    <a:pt x="1450495" y="326529"/>
                    <a:pt x="1470815" y="325259"/>
                    <a:pt x="1493675" y="325259"/>
                  </a:cubicBezTo>
                  <a:lnTo>
                    <a:pt x="1493675" y="265569"/>
                  </a:lnTo>
                  <a:cubicBezTo>
                    <a:pt x="1492405" y="231832"/>
                    <a:pt x="1491135" y="223058"/>
                    <a:pt x="1491135" y="213736"/>
                  </a:cubicBezTo>
                  <a:cubicBezTo>
                    <a:pt x="1491135" y="202951"/>
                    <a:pt x="1494945" y="191984"/>
                    <a:pt x="1488595" y="181199"/>
                  </a:cubicBezTo>
                  <a:cubicBezTo>
                    <a:pt x="1480975" y="174070"/>
                    <a:pt x="1469545" y="33505"/>
                    <a:pt x="1469545" y="26377"/>
                  </a:cubicBezTo>
                  <a:cubicBezTo>
                    <a:pt x="1467005" y="21441"/>
                    <a:pt x="1465735" y="16323"/>
                    <a:pt x="1463195" y="11388"/>
                  </a:cubicBezTo>
                  <a:cubicBezTo>
                    <a:pt x="1463195" y="9926"/>
                    <a:pt x="1461925" y="8463"/>
                    <a:pt x="1460655" y="5644"/>
                  </a:cubicBezTo>
                  <a:cubicBezTo>
                    <a:pt x="1450495" y="3104"/>
                    <a:pt x="1441605" y="1834"/>
                    <a:pt x="1431445" y="564"/>
                  </a:cubicBezTo>
                  <a:cubicBezTo>
                    <a:pt x="1423825" y="-706"/>
                    <a:pt x="1416205" y="564"/>
                    <a:pt x="1409855" y="564"/>
                  </a:cubicBezTo>
                  <a:lnTo>
                    <a:pt x="5426" y="5644"/>
                  </a:lnTo>
                  <a:lnTo>
                    <a:pt x="660" y="296049"/>
                  </a:lnTo>
                  <a:close/>
                </a:path>
              </a:pathLst>
            </a:custGeom>
            <a:solidFill>
              <a:srgbClr val="FCFCF8"/>
            </a:solidFill>
          </p:spPr>
          <p:txBody>
            <a:bodyPr/>
            <a:lstStyle/>
            <a:p>
              <a:endParaRPr lang="en-AU"/>
            </a:p>
          </p:txBody>
        </p:sp>
        <p:sp>
          <p:nvSpPr>
            <p:cNvPr id="17780" name="Freeform 74">
              <a:extLst>
                <a:ext uri="{FF2B5EF4-FFF2-40B4-BE49-F238E27FC236}">
                  <a16:creationId xmlns:a16="http://schemas.microsoft.com/office/drawing/2014/main" id="{CB1FB563-1C5C-C74D-45F8-14C0E59DF27C}"/>
                </a:ext>
              </a:extLst>
            </p:cNvPr>
            <p:cNvSpPr/>
            <p:nvPr/>
          </p:nvSpPr>
          <p:spPr>
            <a:xfrm>
              <a:off x="11430" y="16510"/>
              <a:ext cx="1472695" cy="317075"/>
            </a:xfrm>
            <a:custGeom>
              <a:avLst/>
              <a:gdLst/>
              <a:ahLst/>
              <a:cxnLst/>
              <a:rect l="l" t="t" r="r" b="b"/>
              <a:pathLst>
                <a:path w="1472695" h="317075">
                  <a:moveTo>
                    <a:pt x="1472695" y="317075"/>
                  </a:moveTo>
                  <a:lnTo>
                    <a:pt x="0" y="309455"/>
                  </a:lnTo>
                  <a:lnTo>
                    <a:pt x="0" y="116440"/>
                  </a:lnTo>
                  <a:lnTo>
                    <a:pt x="7620" y="20320"/>
                  </a:lnTo>
                  <a:lnTo>
                    <a:pt x="731051" y="0"/>
                  </a:lnTo>
                  <a:lnTo>
                    <a:pt x="1451105" y="8890"/>
                  </a:lnTo>
                  <a:close/>
                </a:path>
              </a:pathLst>
            </a:custGeom>
            <a:solidFill>
              <a:srgbClr val="FEFA9C"/>
            </a:solidFill>
          </p:spPr>
          <p:txBody>
            <a:bodyPr/>
            <a:lstStyle/>
            <a:p>
              <a:r>
                <a:rPr lang="en-AU" sz="1200" b="1" dirty="0"/>
                <a:t>Explainable Alerts</a:t>
              </a:r>
            </a:p>
          </p:txBody>
        </p:sp>
        <p:sp>
          <p:nvSpPr>
            <p:cNvPr id="17781" name="Freeform 75">
              <a:extLst>
                <a:ext uri="{FF2B5EF4-FFF2-40B4-BE49-F238E27FC236}">
                  <a16:creationId xmlns:a16="http://schemas.microsoft.com/office/drawing/2014/main" id="{6BE7EE15-2BB5-727F-B9F0-47568355CB02}"/>
                </a:ext>
              </a:extLst>
            </p:cNvPr>
            <p:cNvSpPr/>
            <p:nvPr/>
          </p:nvSpPr>
          <p:spPr>
            <a:xfrm>
              <a:off x="-215" y="0"/>
              <a:ext cx="1497040" cy="343039"/>
            </a:xfrm>
            <a:custGeom>
              <a:avLst/>
              <a:gdLst/>
              <a:ahLst/>
              <a:cxnLst/>
              <a:rect l="l" t="t" r="r" b="b"/>
              <a:pathLst>
                <a:path w="1497040" h="343039">
                  <a:moveTo>
                    <a:pt x="1464020" y="21590"/>
                  </a:moveTo>
                  <a:cubicBezTo>
                    <a:pt x="1465290" y="34290"/>
                    <a:pt x="1465290" y="44450"/>
                    <a:pt x="1466560" y="52340"/>
                  </a:cubicBezTo>
                  <a:cubicBezTo>
                    <a:pt x="1469100" y="57275"/>
                    <a:pt x="1470370" y="62393"/>
                    <a:pt x="1472910" y="67328"/>
                  </a:cubicBezTo>
                  <a:cubicBezTo>
                    <a:pt x="1472910" y="74457"/>
                    <a:pt x="1485610" y="215022"/>
                    <a:pt x="1491960" y="222151"/>
                  </a:cubicBezTo>
                  <a:cubicBezTo>
                    <a:pt x="1498310" y="232936"/>
                    <a:pt x="1494500" y="243903"/>
                    <a:pt x="1494500" y="254687"/>
                  </a:cubicBezTo>
                  <a:cubicBezTo>
                    <a:pt x="1494500" y="264192"/>
                    <a:pt x="1495770" y="272966"/>
                    <a:pt x="1497040" y="282785"/>
                  </a:cubicBezTo>
                  <a:lnTo>
                    <a:pt x="1497040" y="342475"/>
                  </a:lnTo>
                  <a:cubicBezTo>
                    <a:pt x="1474180" y="342475"/>
                    <a:pt x="1453860" y="343745"/>
                    <a:pt x="1433540" y="342475"/>
                  </a:cubicBezTo>
                  <a:cubicBezTo>
                    <a:pt x="1361584" y="337395"/>
                    <a:pt x="1288903" y="343745"/>
                    <a:pt x="1217324" y="338665"/>
                  </a:cubicBezTo>
                  <a:cubicBezTo>
                    <a:pt x="1174376" y="334855"/>
                    <a:pt x="1132530" y="337395"/>
                    <a:pt x="1089582" y="334855"/>
                  </a:cubicBezTo>
                  <a:lnTo>
                    <a:pt x="1030116" y="331045"/>
                  </a:lnTo>
                  <a:cubicBezTo>
                    <a:pt x="1018002" y="331045"/>
                    <a:pt x="1006990" y="332315"/>
                    <a:pt x="994876" y="332315"/>
                  </a:cubicBezTo>
                  <a:cubicBezTo>
                    <a:pt x="964042" y="331045"/>
                    <a:pt x="879248" y="332315"/>
                    <a:pt x="848414" y="331045"/>
                  </a:cubicBezTo>
                  <a:cubicBezTo>
                    <a:pt x="826389" y="329775"/>
                    <a:pt x="385899" y="338665"/>
                    <a:pt x="363875" y="337395"/>
                  </a:cubicBezTo>
                  <a:cubicBezTo>
                    <a:pt x="358369" y="337395"/>
                    <a:pt x="351761" y="338665"/>
                    <a:pt x="346255" y="338665"/>
                  </a:cubicBezTo>
                  <a:cubicBezTo>
                    <a:pt x="333041" y="338665"/>
                    <a:pt x="320927" y="339935"/>
                    <a:pt x="307712" y="339935"/>
                  </a:cubicBezTo>
                  <a:cubicBezTo>
                    <a:pt x="274676" y="339935"/>
                    <a:pt x="242740" y="338665"/>
                    <a:pt x="209703" y="337395"/>
                  </a:cubicBezTo>
                  <a:cubicBezTo>
                    <a:pt x="189881" y="336125"/>
                    <a:pt x="170059" y="334855"/>
                    <a:pt x="151339" y="333585"/>
                  </a:cubicBezTo>
                  <a:cubicBezTo>
                    <a:pt x="116099" y="332315"/>
                    <a:pt x="80860" y="331045"/>
                    <a:pt x="44520" y="331045"/>
                  </a:cubicBezTo>
                  <a:cubicBezTo>
                    <a:pt x="34505" y="331045"/>
                    <a:pt x="25615" y="331045"/>
                    <a:pt x="15455" y="329775"/>
                  </a:cubicBezTo>
                  <a:cubicBezTo>
                    <a:pt x="6565" y="328505"/>
                    <a:pt x="1485" y="322155"/>
                    <a:pt x="4025" y="313265"/>
                  </a:cubicBezTo>
                  <a:cubicBezTo>
                    <a:pt x="12915" y="282106"/>
                    <a:pt x="9105" y="277536"/>
                    <a:pt x="7835" y="272784"/>
                  </a:cubicBezTo>
                  <a:cubicBezTo>
                    <a:pt x="6565" y="263096"/>
                    <a:pt x="2755" y="253591"/>
                    <a:pt x="4025" y="243903"/>
                  </a:cubicBezTo>
                  <a:cubicBezTo>
                    <a:pt x="1485" y="231839"/>
                    <a:pt x="-3595" y="82500"/>
                    <a:pt x="4025" y="70253"/>
                  </a:cubicBezTo>
                  <a:cubicBezTo>
                    <a:pt x="5295" y="67877"/>
                    <a:pt x="4025" y="65318"/>
                    <a:pt x="5295" y="62941"/>
                  </a:cubicBezTo>
                  <a:cubicBezTo>
                    <a:pt x="6565" y="59103"/>
                    <a:pt x="9105" y="54899"/>
                    <a:pt x="10375" y="44450"/>
                  </a:cubicBezTo>
                  <a:cubicBezTo>
                    <a:pt x="10375" y="41910"/>
                    <a:pt x="11645" y="39370"/>
                    <a:pt x="12915" y="38100"/>
                  </a:cubicBezTo>
                  <a:cubicBezTo>
                    <a:pt x="34505" y="35560"/>
                    <a:pt x="53330" y="30480"/>
                    <a:pt x="70949" y="29210"/>
                  </a:cubicBezTo>
                  <a:cubicBezTo>
                    <a:pt x="100682" y="25400"/>
                    <a:pt x="130415" y="22860"/>
                    <a:pt x="161250" y="20320"/>
                  </a:cubicBezTo>
                  <a:cubicBezTo>
                    <a:pt x="182173" y="17780"/>
                    <a:pt x="203096" y="16510"/>
                    <a:pt x="222918" y="13970"/>
                  </a:cubicBezTo>
                  <a:cubicBezTo>
                    <a:pt x="242740" y="11430"/>
                    <a:pt x="263663" y="8890"/>
                    <a:pt x="283486" y="8890"/>
                  </a:cubicBezTo>
                  <a:cubicBezTo>
                    <a:pt x="305510" y="7620"/>
                    <a:pt x="327534" y="10160"/>
                    <a:pt x="349559" y="8890"/>
                  </a:cubicBezTo>
                  <a:cubicBezTo>
                    <a:pt x="377090" y="8890"/>
                    <a:pt x="875944" y="6350"/>
                    <a:pt x="903475" y="5080"/>
                  </a:cubicBezTo>
                  <a:cubicBezTo>
                    <a:pt x="929904" y="3810"/>
                    <a:pt x="956334" y="2540"/>
                    <a:pt x="983864" y="2540"/>
                  </a:cubicBezTo>
                  <a:cubicBezTo>
                    <a:pt x="1029015" y="1270"/>
                    <a:pt x="1073063" y="0"/>
                    <a:pt x="1118214" y="0"/>
                  </a:cubicBezTo>
                  <a:cubicBezTo>
                    <a:pt x="1136934" y="0"/>
                    <a:pt x="1156757" y="2540"/>
                    <a:pt x="1175477" y="2540"/>
                  </a:cubicBezTo>
                  <a:cubicBezTo>
                    <a:pt x="1227235" y="3810"/>
                    <a:pt x="1280094" y="5080"/>
                    <a:pt x="1331851" y="7620"/>
                  </a:cubicBezTo>
                  <a:cubicBezTo>
                    <a:pt x="1359382" y="8890"/>
                    <a:pt x="1386912" y="12700"/>
                    <a:pt x="1414443" y="16510"/>
                  </a:cubicBezTo>
                  <a:lnTo>
                    <a:pt x="1433540" y="16510"/>
                  </a:lnTo>
                  <a:cubicBezTo>
                    <a:pt x="1444970" y="17780"/>
                    <a:pt x="1453860" y="20320"/>
                    <a:pt x="1464020" y="21590"/>
                  </a:cubicBezTo>
                  <a:close/>
                  <a:moveTo>
                    <a:pt x="1474180" y="325965"/>
                  </a:moveTo>
                  <a:cubicBezTo>
                    <a:pt x="1475450" y="309455"/>
                    <a:pt x="1476720" y="296755"/>
                    <a:pt x="1476720" y="284055"/>
                  </a:cubicBezTo>
                  <a:cubicBezTo>
                    <a:pt x="1475450" y="272052"/>
                    <a:pt x="1474180" y="262365"/>
                    <a:pt x="1474180" y="251946"/>
                  </a:cubicBezTo>
                  <a:cubicBezTo>
                    <a:pt x="1474180" y="247193"/>
                    <a:pt x="1476720" y="242441"/>
                    <a:pt x="1475450" y="237688"/>
                  </a:cubicBezTo>
                  <a:cubicBezTo>
                    <a:pt x="1475450" y="233301"/>
                    <a:pt x="1474180" y="228731"/>
                    <a:pt x="1472910" y="224344"/>
                  </a:cubicBezTo>
                  <a:cubicBezTo>
                    <a:pt x="1467830" y="217581"/>
                    <a:pt x="1456400" y="77565"/>
                    <a:pt x="1456400" y="70801"/>
                  </a:cubicBezTo>
                  <a:cubicBezTo>
                    <a:pt x="1453860" y="65135"/>
                    <a:pt x="1451320" y="59286"/>
                    <a:pt x="1448780" y="53619"/>
                  </a:cubicBezTo>
                  <a:cubicBezTo>
                    <a:pt x="1447510" y="44450"/>
                    <a:pt x="1446240" y="43180"/>
                    <a:pt x="1429860" y="41910"/>
                  </a:cubicBezTo>
                  <a:cubicBezTo>
                    <a:pt x="1426557" y="41910"/>
                    <a:pt x="1424354" y="41910"/>
                    <a:pt x="1421050" y="40640"/>
                  </a:cubicBezTo>
                  <a:cubicBezTo>
                    <a:pt x="1393520" y="36830"/>
                    <a:pt x="1364888" y="31750"/>
                    <a:pt x="1337357" y="30480"/>
                  </a:cubicBezTo>
                  <a:cubicBezTo>
                    <a:pt x="1270183" y="26670"/>
                    <a:pt x="1201907" y="25400"/>
                    <a:pt x="1134732" y="22860"/>
                  </a:cubicBezTo>
                  <a:lnTo>
                    <a:pt x="1055444" y="22860"/>
                  </a:lnTo>
                  <a:cubicBezTo>
                    <a:pt x="1020205" y="22860"/>
                    <a:pt x="984965" y="22860"/>
                    <a:pt x="950828" y="24130"/>
                  </a:cubicBezTo>
                  <a:cubicBezTo>
                    <a:pt x="921094" y="25400"/>
                    <a:pt x="420037" y="29210"/>
                    <a:pt x="390304" y="29210"/>
                  </a:cubicBezTo>
                  <a:cubicBezTo>
                    <a:pt x="341850" y="29210"/>
                    <a:pt x="293396" y="26670"/>
                    <a:pt x="244943" y="33020"/>
                  </a:cubicBezTo>
                  <a:cubicBezTo>
                    <a:pt x="219614" y="36830"/>
                    <a:pt x="195388" y="36830"/>
                    <a:pt x="171161" y="38100"/>
                  </a:cubicBezTo>
                  <a:cubicBezTo>
                    <a:pt x="129314" y="41910"/>
                    <a:pt x="87468" y="45720"/>
                    <a:pt x="45621" y="50800"/>
                  </a:cubicBezTo>
                  <a:cubicBezTo>
                    <a:pt x="33235" y="50800"/>
                    <a:pt x="30695" y="52157"/>
                    <a:pt x="29425" y="54350"/>
                  </a:cubicBezTo>
                  <a:cubicBezTo>
                    <a:pt x="28155" y="57641"/>
                    <a:pt x="28155" y="60931"/>
                    <a:pt x="26885" y="64221"/>
                  </a:cubicBezTo>
                  <a:cubicBezTo>
                    <a:pt x="25615" y="69705"/>
                    <a:pt x="23075" y="75006"/>
                    <a:pt x="21805" y="80489"/>
                  </a:cubicBezTo>
                  <a:cubicBezTo>
                    <a:pt x="16725" y="86339"/>
                    <a:pt x="23075" y="229280"/>
                    <a:pt x="25615" y="235129"/>
                  </a:cubicBezTo>
                  <a:cubicBezTo>
                    <a:pt x="25615" y="241344"/>
                    <a:pt x="25615" y="247741"/>
                    <a:pt x="26885" y="253956"/>
                  </a:cubicBezTo>
                  <a:cubicBezTo>
                    <a:pt x="26885" y="258526"/>
                    <a:pt x="29425" y="263096"/>
                    <a:pt x="29425" y="267666"/>
                  </a:cubicBezTo>
                  <a:cubicBezTo>
                    <a:pt x="29425" y="272601"/>
                    <a:pt x="29425" y="277536"/>
                    <a:pt x="28155" y="284055"/>
                  </a:cubicBezTo>
                  <a:lnTo>
                    <a:pt x="28155" y="294215"/>
                  </a:lnTo>
                  <a:cubicBezTo>
                    <a:pt x="28155" y="304375"/>
                    <a:pt x="31965" y="308185"/>
                    <a:pt x="40855" y="308185"/>
                  </a:cubicBezTo>
                  <a:cubicBezTo>
                    <a:pt x="55532" y="308185"/>
                    <a:pt x="70949" y="309455"/>
                    <a:pt x="85265" y="309455"/>
                  </a:cubicBezTo>
                  <a:cubicBezTo>
                    <a:pt x="106188" y="309455"/>
                    <a:pt x="128213" y="306915"/>
                    <a:pt x="149136" y="309455"/>
                  </a:cubicBezTo>
                  <a:cubicBezTo>
                    <a:pt x="183274" y="313265"/>
                    <a:pt x="217412" y="315805"/>
                    <a:pt x="251550" y="314535"/>
                  </a:cubicBezTo>
                  <a:cubicBezTo>
                    <a:pt x="273574" y="313265"/>
                    <a:pt x="294498" y="315805"/>
                    <a:pt x="316522" y="315805"/>
                  </a:cubicBezTo>
                  <a:cubicBezTo>
                    <a:pt x="348458" y="315805"/>
                    <a:pt x="380393" y="314535"/>
                    <a:pt x="412329" y="315805"/>
                  </a:cubicBezTo>
                  <a:cubicBezTo>
                    <a:pt x="459681" y="317075"/>
                    <a:pt x="979459" y="306915"/>
                    <a:pt x="1027913" y="309455"/>
                  </a:cubicBezTo>
                  <a:cubicBezTo>
                    <a:pt x="1048837" y="310725"/>
                    <a:pt x="1069760" y="311995"/>
                    <a:pt x="1089582" y="311995"/>
                  </a:cubicBezTo>
                  <a:cubicBezTo>
                    <a:pt x="1125922" y="314535"/>
                    <a:pt x="1161161" y="310725"/>
                    <a:pt x="1197502" y="314535"/>
                  </a:cubicBezTo>
                  <a:cubicBezTo>
                    <a:pt x="1227235" y="317075"/>
                    <a:pt x="1256968" y="317075"/>
                    <a:pt x="1286701" y="319615"/>
                  </a:cubicBezTo>
                  <a:cubicBezTo>
                    <a:pt x="1330750" y="323425"/>
                    <a:pt x="1374799" y="325965"/>
                    <a:pt x="1418848" y="327235"/>
                  </a:cubicBezTo>
                  <a:cubicBezTo>
                    <a:pt x="1436080" y="327235"/>
                    <a:pt x="1453860" y="325965"/>
                    <a:pt x="1474180" y="325965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17782" name="Group 76">
            <a:extLst>
              <a:ext uri="{FF2B5EF4-FFF2-40B4-BE49-F238E27FC236}">
                <a16:creationId xmlns:a16="http://schemas.microsoft.com/office/drawing/2014/main" id="{EB45F9E5-9E55-EE09-2B1B-4443923CC05D}"/>
              </a:ext>
            </a:extLst>
          </p:cNvPr>
          <p:cNvGrpSpPr/>
          <p:nvPr/>
        </p:nvGrpSpPr>
        <p:grpSpPr>
          <a:xfrm>
            <a:off x="4578883" y="4215057"/>
            <a:ext cx="1439477" cy="1026479"/>
            <a:chOff x="0" y="0"/>
            <a:chExt cx="1659338" cy="1183260"/>
          </a:xfrm>
        </p:grpSpPr>
        <p:sp>
          <p:nvSpPr>
            <p:cNvPr id="17783" name="Freeform 77">
              <a:extLst>
                <a:ext uri="{FF2B5EF4-FFF2-40B4-BE49-F238E27FC236}">
                  <a16:creationId xmlns:a16="http://schemas.microsoft.com/office/drawing/2014/main" id="{E5C68965-F2A3-C6E3-F999-D14251A381A1}"/>
                </a:ext>
              </a:extLst>
            </p:cNvPr>
            <p:cNvSpPr/>
            <p:nvPr/>
          </p:nvSpPr>
          <p:spPr>
            <a:xfrm>
              <a:off x="39984" y="45156"/>
              <a:ext cx="1619354" cy="1137399"/>
            </a:xfrm>
            <a:custGeom>
              <a:avLst/>
              <a:gdLst/>
              <a:ahLst/>
              <a:cxnLst/>
              <a:rect l="l" t="t" r="r" b="b"/>
              <a:pathLst>
                <a:path w="1619354" h="1137399">
                  <a:moveTo>
                    <a:pt x="656" y="1107624"/>
                  </a:moveTo>
                  <a:cubicBezTo>
                    <a:pt x="-1884" y="1116514"/>
                    <a:pt x="3196" y="1122864"/>
                    <a:pt x="11613" y="1124134"/>
                  </a:cubicBezTo>
                  <a:cubicBezTo>
                    <a:pt x="21221" y="1125404"/>
                    <a:pt x="29628" y="1125404"/>
                    <a:pt x="39236" y="1125404"/>
                  </a:cubicBezTo>
                  <a:cubicBezTo>
                    <a:pt x="77668" y="1126674"/>
                    <a:pt x="116100" y="1126674"/>
                    <a:pt x="155733" y="1127944"/>
                  </a:cubicBezTo>
                  <a:cubicBezTo>
                    <a:pt x="177351" y="1129214"/>
                    <a:pt x="198969" y="1130484"/>
                    <a:pt x="219386" y="1131754"/>
                  </a:cubicBezTo>
                  <a:cubicBezTo>
                    <a:pt x="255416" y="1133024"/>
                    <a:pt x="290245" y="1133024"/>
                    <a:pt x="326275" y="1134294"/>
                  </a:cubicBezTo>
                  <a:cubicBezTo>
                    <a:pt x="340687" y="1134294"/>
                    <a:pt x="353898" y="1134294"/>
                    <a:pt x="368310" y="1133024"/>
                  </a:cubicBezTo>
                  <a:cubicBezTo>
                    <a:pt x="374315" y="1133024"/>
                    <a:pt x="381521" y="1131754"/>
                    <a:pt x="387526" y="1131754"/>
                  </a:cubicBezTo>
                  <a:cubicBezTo>
                    <a:pt x="411546" y="1133024"/>
                    <a:pt x="891947" y="1124134"/>
                    <a:pt x="915967" y="1125404"/>
                  </a:cubicBezTo>
                  <a:cubicBezTo>
                    <a:pt x="949595" y="1126674"/>
                    <a:pt x="1042072" y="1126674"/>
                    <a:pt x="1075700" y="1126674"/>
                  </a:cubicBezTo>
                  <a:cubicBezTo>
                    <a:pt x="1088912" y="1126674"/>
                    <a:pt x="1100922" y="1125404"/>
                    <a:pt x="1114132" y="1125404"/>
                  </a:cubicBezTo>
                  <a:lnTo>
                    <a:pt x="1178987" y="1129214"/>
                  </a:lnTo>
                  <a:cubicBezTo>
                    <a:pt x="1225826" y="1131754"/>
                    <a:pt x="1271464" y="1129214"/>
                    <a:pt x="1318303" y="1133024"/>
                  </a:cubicBezTo>
                  <a:cubicBezTo>
                    <a:pt x="1396368" y="1138104"/>
                    <a:pt x="1475634" y="1131754"/>
                    <a:pt x="1555854" y="1136834"/>
                  </a:cubicBezTo>
                  <a:cubicBezTo>
                    <a:pt x="1576174" y="1138104"/>
                    <a:pt x="1596494" y="1136834"/>
                    <a:pt x="1619354" y="1136834"/>
                  </a:cubicBezTo>
                  <a:lnTo>
                    <a:pt x="1619354" y="1077144"/>
                  </a:lnTo>
                  <a:cubicBezTo>
                    <a:pt x="1618084" y="1025016"/>
                    <a:pt x="1616814" y="985316"/>
                    <a:pt x="1616814" y="943135"/>
                  </a:cubicBezTo>
                  <a:cubicBezTo>
                    <a:pt x="1616814" y="894337"/>
                    <a:pt x="1620624" y="844712"/>
                    <a:pt x="1614274" y="795914"/>
                  </a:cubicBezTo>
                  <a:cubicBezTo>
                    <a:pt x="1606654" y="763658"/>
                    <a:pt x="1595224" y="127629"/>
                    <a:pt x="1595224" y="95373"/>
                  </a:cubicBezTo>
                  <a:cubicBezTo>
                    <a:pt x="1592684" y="73042"/>
                    <a:pt x="1591414" y="49883"/>
                    <a:pt x="1588874" y="27552"/>
                  </a:cubicBezTo>
                  <a:cubicBezTo>
                    <a:pt x="1588874" y="20935"/>
                    <a:pt x="1587604" y="14319"/>
                    <a:pt x="1586334" y="5644"/>
                  </a:cubicBezTo>
                  <a:cubicBezTo>
                    <a:pt x="1576174" y="3104"/>
                    <a:pt x="1567284" y="1834"/>
                    <a:pt x="1557124" y="564"/>
                  </a:cubicBezTo>
                  <a:cubicBezTo>
                    <a:pt x="1549504" y="-706"/>
                    <a:pt x="1541884" y="564"/>
                    <a:pt x="1535534" y="564"/>
                  </a:cubicBezTo>
                  <a:lnTo>
                    <a:pt x="5608" y="5644"/>
                  </a:lnTo>
                  <a:lnTo>
                    <a:pt x="656" y="1107624"/>
                  </a:lnTo>
                  <a:close/>
                </a:path>
              </a:pathLst>
            </a:custGeom>
            <a:solidFill>
              <a:srgbClr val="FCFCF8"/>
            </a:solidFill>
          </p:spPr>
          <p:txBody>
            <a:bodyPr/>
            <a:lstStyle/>
            <a:p>
              <a:endParaRPr lang="en-AU"/>
            </a:p>
          </p:txBody>
        </p:sp>
        <p:sp>
          <p:nvSpPr>
            <p:cNvPr id="17784" name="Freeform 78">
              <a:extLst>
                <a:ext uri="{FF2B5EF4-FFF2-40B4-BE49-F238E27FC236}">
                  <a16:creationId xmlns:a16="http://schemas.microsoft.com/office/drawing/2014/main" id="{95F24676-BB07-EE13-3244-3DBDB1EFAD32}"/>
                </a:ext>
              </a:extLst>
            </p:cNvPr>
            <p:cNvSpPr/>
            <p:nvPr/>
          </p:nvSpPr>
          <p:spPr>
            <a:xfrm>
              <a:off x="11430" y="16510"/>
              <a:ext cx="1598378" cy="1128650"/>
            </a:xfrm>
            <a:custGeom>
              <a:avLst/>
              <a:gdLst/>
              <a:ahLst/>
              <a:cxnLst/>
              <a:rect l="l" t="t" r="r" b="b"/>
              <a:pathLst>
                <a:path w="1598378" h="1128650">
                  <a:moveTo>
                    <a:pt x="1598378" y="1128650"/>
                  </a:moveTo>
                  <a:lnTo>
                    <a:pt x="0" y="1121030"/>
                  </a:lnTo>
                  <a:lnTo>
                    <a:pt x="0" y="401920"/>
                  </a:lnTo>
                  <a:lnTo>
                    <a:pt x="7620" y="20320"/>
                  </a:lnTo>
                  <a:lnTo>
                    <a:pt x="794396" y="0"/>
                  </a:lnTo>
                  <a:lnTo>
                    <a:pt x="1576788" y="8890"/>
                  </a:lnTo>
                  <a:close/>
                </a:path>
              </a:pathLst>
            </a:custGeom>
            <a:solidFill>
              <a:srgbClr val="B0ECB1"/>
            </a:solidFill>
          </p:spPr>
          <p:txBody>
            <a:bodyPr/>
            <a:lstStyle/>
            <a:p>
              <a:r>
                <a:rPr lang="en-AU" sz="1200" b="1" dirty="0"/>
                <a:t>Privacy &amp; Consent</a:t>
              </a:r>
            </a:p>
          </p:txBody>
        </p:sp>
        <p:sp>
          <p:nvSpPr>
            <p:cNvPr id="17785" name="Freeform 79">
              <a:extLst>
                <a:ext uri="{FF2B5EF4-FFF2-40B4-BE49-F238E27FC236}">
                  <a16:creationId xmlns:a16="http://schemas.microsoft.com/office/drawing/2014/main" id="{015CEFDF-564D-44E7-1199-2CA1359AFB4B}"/>
                </a:ext>
              </a:extLst>
            </p:cNvPr>
            <p:cNvSpPr/>
            <p:nvPr/>
          </p:nvSpPr>
          <p:spPr>
            <a:xfrm>
              <a:off x="-215" y="0"/>
              <a:ext cx="1622723" cy="1154614"/>
            </a:xfrm>
            <a:custGeom>
              <a:avLst/>
              <a:gdLst/>
              <a:ahLst/>
              <a:cxnLst/>
              <a:rect l="l" t="t" r="r" b="b"/>
              <a:pathLst>
                <a:path w="1622723" h="1154614">
                  <a:moveTo>
                    <a:pt x="1589703" y="21590"/>
                  </a:moveTo>
                  <a:cubicBezTo>
                    <a:pt x="1590973" y="34290"/>
                    <a:pt x="1590973" y="44450"/>
                    <a:pt x="1592243" y="53685"/>
                  </a:cubicBezTo>
                  <a:cubicBezTo>
                    <a:pt x="1594783" y="76016"/>
                    <a:pt x="1596053" y="99175"/>
                    <a:pt x="1598593" y="121506"/>
                  </a:cubicBezTo>
                  <a:cubicBezTo>
                    <a:pt x="1598593" y="153762"/>
                    <a:pt x="1611293" y="789791"/>
                    <a:pt x="1617643" y="822047"/>
                  </a:cubicBezTo>
                  <a:cubicBezTo>
                    <a:pt x="1623993" y="870845"/>
                    <a:pt x="1620183" y="920470"/>
                    <a:pt x="1620183" y="969268"/>
                  </a:cubicBezTo>
                  <a:cubicBezTo>
                    <a:pt x="1620183" y="1012276"/>
                    <a:pt x="1621453" y="1051976"/>
                    <a:pt x="1622723" y="1094360"/>
                  </a:cubicBezTo>
                  <a:lnTo>
                    <a:pt x="1622723" y="1154050"/>
                  </a:lnTo>
                  <a:cubicBezTo>
                    <a:pt x="1599863" y="1154050"/>
                    <a:pt x="1579543" y="1155320"/>
                    <a:pt x="1559223" y="1154050"/>
                  </a:cubicBezTo>
                  <a:cubicBezTo>
                    <a:pt x="1481004" y="1148970"/>
                    <a:pt x="1401738" y="1155320"/>
                    <a:pt x="1323673" y="1150240"/>
                  </a:cubicBezTo>
                  <a:cubicBezTo>
                    <a:pt x="1276834" y="1146430"/>
                    <a:pt x="1231196" y="1148970"/>
                    <a:pt x="1184357" y="1146430"/>
                  </a:cubicBezTo>
                  <a:lnTo>
                    <a:pt x="1119502" y="1142620"/>
                  </a:lnTo>
                  <a:cubicBezTo>
                    <a:pt x="1106291" y="1142620"/>
                    <a:pt x="1094281" y="1143890"/>
                    <a:pt x="1081070" y="1143890"/>
                  </a:cubicBezTo>
                  <a:cubicBezTo>
                    <a:pt x="1047442" y="1142620"/>
                    <a:pt x="954965" y="1143890"/>
                    <a:pt x="921337" y="1142620"/>
                  </a:cubicBezTo>
                  <a:cubicBezTo>
                    <a:pt x="897317" y="1141350"/>
                    <a:pt x="416916" y="1150240"/>
                    <a:pt x="392896" y="1148970"/>
                  </a:cubicBezTo>
                  <a:cubicBezTo>
                    <a:pt x="386891" y="1148970"/>
                    <a:pt x="379685" y="1150240"/>
                    <a:pt x="373680" y="1150240"/>
                  </a:cubicBezTo>
                  <a:cubicBezTo>
                    <a:pt x="359268" y="1150240"/>
                    <a:pt x="346057" y="1151510"/>
                    <a:pt x="331645" y="1151510"/>
                  </a:cubicBezTo>
                  <a:cubicBezTo>
                    <a:pt x="295615" y="1151510"/>
                    <a:pt x="260786" y="1150240"/>
                    <a:pt x="224756" y="1148970"/>
                  </a:cubicBezTo>
                  <a:cubicBezTo>
                    <a:pt x="203138" y="1147700"/>
                    <a:pt x="181520" y="1146430"/>
                    <a:pt x="161103" y="1145160"/>
                  </a:cubicBezTo>
                  <a:cubicBezTo>
                    <a:pt x="122671" y="1143890"/>
                    <a:pt x="84239" y="1142620"/>
                    <a:pt x="44606" y="1142620"/>
                  </a:cubicBezTo>
                  <a:cubicBezTo>
                    <a:pt x="34505" y="1142620"/>
                    <a:pt x="25615" y="1142620"/>
                    <a:pt x="15455" y="1141350"/>
                  </a:cubicBezTo>
                  <a:cubicBezTo>
                    <a:pt x="6565" y="1140080"/>
                    <a:pt x="1485" y="1133730"/>
                    <a:pt x="4025" y="1124840"/>
                  </a:cubicBezTo>
                  <a:cubicBezTo>
                    <a:pt x="12915" y="1093331"/>
                    <a:pt x="9105" y="1072654"/>
                    <a:pt x="7835" y="1051149"/>
                  </a:cubicBezTo>
                  <a:cubicBezTo>
                    <a:pt x="6565" y="1007314"/>
                    <a:pt x="2755" y="964305"/>
                    <a:pt x="4025" y="920470"/>
                  </a:cubicBezTo>
                  <a:cubicBezTo>
                    <a:pt x="1485" y="865882"/>
                    <a:pt x="-3595" y="190154"/>
                    <a:pt x="4025" y="134739"/>
                  </a:cubicBezTo>
                  <a:cubicBezTo>
                    <a:pt x="5295" y="123987"/>
                    <a:pt x="4025" y="112408"/>
                    <a:pt x="5295" y="101656"/>
                  </a:cubicBezTo>
                  <a:cubicBezTo>
                    <a:pt x="6565" y="84287"/>
                    <a:pt x="9105" y="65264"/>
                    <a:pt x="10375" y="44450"/>
                  </a:cubicBezTo>
                  <a:cubicBezTo>
                    <a:pt x="10375" y="41910"/>
                    <a:pt x="11645" y="39370"/>
                    <a:pt x="12915" y="38100"/>
                  </a:cubicBezTo>
                  <a:cubicBezTo>
                    <a:pt x="34505" y="35560"/>
                    <a:pt x="54214" y="30480"/>
                    <a:pt x="73430" y="29210"/>
                  </a:cubicBezTo>
                  <a:cubicBezTo>
                    <a:pt x="105857" y="25400"/>
                    <a:pt x="138284" y="22860"/>
                    <a:pt x="171912" y="20320"/>
                  </a:cubicBezTo>
                  <a:cubicBezTo>
                    <a:pt x="194731" y="17780"/>
                    <a:pt x="217550" y="16510"/>
                    <a:pt x="239168" y="13970"/>
                  </a:cubicBezTo>
                  <a:cubicBezTo>
                    <a:pt x="260786" y="11430"/>
                    <a:pt x="283605" y="8890"/>
                    <a:pt x="305223" y="8890"/>
                  </a:cubicBezTo>
                  <a:cubicBezTo>
                    <a:pt x="329243" y="7620"/>
                    <a:pt x="353263" y="10160"/>
                    <a:pt x="377283" y="8890"/>
                  </a:cubicBezTo>
                  <a:cubicBezTo>
                    <a:pt x="407308" y="8890"/>
                    <a:pt x="951362" y="6350"/>
                    <a:pt x="981387" y="5080"/>
                  </a:cubicBezTo>
                  <a:cubicBezTo>
                    <a:pt x="1010211" y="3810"/>
                    <a:pt x="1039035" y="2540"/>
                    <a:pt x="1069060" y="2540"/>
                  </a:cubicBezTo>
                  <a:cubicBezTo>
                    <a:pt x="1118302" y="1270"/>
                    <a:pt x="1166341" y="0"/>
                    <a:pt x="1215583" y="0"/>
                  </a:cubicBezTo>
                  <a:cubicBezTo>
                    <a:pt x="1236000" y="0"/>
                    <a:pt x="1257618" y="2540"/>
                    <a:pt x="1278035" y="2540"/>
                  </a:cubicBezTo>
                  <a:cubicBezTo>
                    <a:pt x="1334482" y="3810"/>
                    <a:pt x="1392130" y="5080"/>
                    <a:pt x="1448577" y="7620"/>
                  </a:cubicBezTo>
                  <a:cubicBezTo>
                    <a:pt x="1478602" y="8890"/>
                    <a:pt x="1508627" y="12700"/>
                    <a:pt x="1538652" y="16510"/>
                  </a:cubicBezTo>
                  <a:lnTo>
                    <a:pt x="1559223" y="16510"/>
                  </a:lnTo>
                  <a:cubicBezTo>
                    <a:pt x="1570653" y="17780"/>
                    <a:pt x="1579543" y="20320"/>
                    <a:pt x="1589703" y="21590"/>
                  </a:cubicBezTo>
                  <a:close/>
                  <a:moveTo>
                    <a:pt x="1599863" y="1137540"/>
                  </a:moveTo>
                  <a:cubicBezTo>
                    <a:pt x="1601133" y="1121030"/>
                    <a:pt x="1602403" y="1108330"/>
                    <a:pt x="1602403" y="1095630"/>
                  </a:cubicBezTo>
                  <a:cubicBezTo>
                    <a:pt x="1601133" y="1047841"/>
                    <a:pt x="1599863" y="1004006"/>
                    <a:pt x="1599863" y="956862"/>
                  </a:cubicBezTo>
                  <a:cubicBezTo>
                    <a:pt x="1599863" y="935358"/>
                    <a:pt x="1602403" y="913853"/>
                    <a:pt x="1601133" y="892349"/>
                  </a:cubicBezTo>
                  <a:cubicBezTo>
                    <a:pt x="1601133" y="872499"/>
                    <a:pt x="1599863" y="851822"/>
                    <a:pt x="1598593" y="831972"/>
                  </a:cubicBezTo>
                  <a:cubicBezTo>
                    <a:pt x="1593513" y="801370"/>
                    <a:pt x="1582083" y="167823"/>
                    <a:pt x="1582083" y="137221"/>
                  </a:cubicBezTo>
                  <a:cubicBezTo>
                    <a:pt x="1579543" y="111581"/>
                    <a:pt x="1577003" y="85114"/>
                    <a:pt x="1574463" y="59475"/>
                  </a:cubicBezTo>
                  <a:cubicBezTo>
                    <a:pt x="1573193" y="44450"/>
                    <a:pt x="1571923" y="43180"/>
                    <a:pt x="1555466" y="41910"/>
                  </a:cubicBezTo>
                  <a:cubicBezTo>
                    <a:pt x="1551863" y="41910"/>
                    <a:pt x="1549461" y="41910"/>
                    <a:pt x="1545858" y="40640"/>
                  </a:cubicBezTo>
                  <a:cubicBezTo>
                    <a:pt x="1515833" y="36830"/>
                    <a:pt x="1484607" y="31750"/>
                    <a:pt x="1454582" y="30480"/>
                  </a:cubicBezTo>
                  <a:cubicBezTo>
                    <a:pt x="1381321" y="26670"/>
                    <a:pt x="1306859" y="25400"/>
                    <a:pt x="1233598" y="22860"/>
                  </a:cubicBezTo>
                  <a:lnTo>
                    <a:pt x="1147126" y="22860"/>
                  </a:lnTo>
                  <a:cubicBezTo>
                    <a:pt x="1108693" y="22860"/>
                    <a:pt x="1070261" y="22860"/>
                    <a:pt x="1033030" y="24130"/>
                  </a:cubicBezTo>
                  <a:cubicBezTo>
                    <a:pt x="1000603" y="25400"/>
                    <a:pt x="454147" y="29210"/>
                    <a:pt x="421720" y="29210"/>
                  </a:cubicBezTo>
                  <a:cubicBezTo>
                    <a:pt x="368876" y="29210"/>
                    <a:pt x="316032" y="26670"/>
                    <a:pt x="263188" y="33020"/>
                  </a:cubicBezTo>
                  <a:cubicBezTo>
                    <a:pt x="235565" y="36830"/>
                    <a:pt x="209143" y="36830"/>
                    <a:pt x="182721" y="38100"/>
                  </a:cubicBezTo>
                  <a:cubicBezTo>
                    <a:pt x="137083" y="41910"/>
                    <a:pt x="91445" y="45720"/>
                    <a:pt x="45807" y="50800"/>
                  </a:cubicBezTo>
                  <a:cubicBezTo>
                    <a:pt x="33235" y="50800"/>
                    <a:pt x="30695" y="52858"/>
                    <a:pt x="29425" y="62783"/>
                  </a:cubicBezTo>
                  <a:cubicBezTo>
                    <a:pt x="28155" y="77671"/>
                    <a:pt x="28155" y="92558"/>
                    <a:pt x="26885" y="107446"/>
                  </a:cubicBezTo>
                  <a:cubicBezTo>
                    <a:pt x="25615" y="132258"/>
                    <a:pt x="23075" y="156244"/>
                    <a:pt x="21805" y="181056"/>
                  </a:cubicBezTo>
                  <a:cubicBezTo>
                    <a:pt x="16725" y="207523"/>
                    <a:pt x="23075" y="854303"/>
                    <a:pt x="25615" y="880770"/>
                  </a:cubicBezTo>
                  <a:cubicBezTo>
                    <a:pt x="25615" y="908891"/>
                    <a:pt x="25615" y="937839"/>
                    <a:pt x="26885" y="965960"/>
                  </a:cubicBezTo>
                  <a:cubicBezTo>
                    <a:pt x="26885" y="986637"/>
                    <a:pt x="29425" y="1007314"/>
                    <a:pt x="29425" y="1027991"/>
                  </a:cubicBezTo>
                  <a:cubicBezTo>
                    <a:pt x="29425" y="1050322"/>
                    <a:pt x="29425" y="1072654"/>
                    <a:pt x="28155" y="1095630"/>
                  </a:cubicBezTo>
                  <a:lnTo>
                    <a:pt x="28155" y="1105790"/>
                  </a:lnTo>
                  <a:cubicBezTo>
                    <a:pt x="28155" y="1115950"/>
                    <a:pt x="31965" y="1119760"/>
                    <a:pt x="40855" y="1119760"/>
                  </a:cubicBezTo>
                  <a:cubicBezTo>
                    <a:pt x="56616" y="1119760"/>
                    <a:pt x="73430" y="1121030"/>
                    <a:pt x="89043" y="1121030"/>
                  </a:cubicBezTo>
                  <a:cubicBezTo>
                    <a:pt x="111862" y="1121030"/>
                    <a:pt x="135882" y="1118490"/>
                    <a:pt x="158701" y="1121030"/>
                  </a:cubicBezTo>
                  <a:cubicBezTo>
                    <a:pt x="195932" y="1124840"/>
                    <a:pt x="233163" y="1127380"/>
                    <a:pt x="270394" y="1126110"/>
                  </a:cubicBezTo>
                  <a:cubicBezTo>
                    <a:pt x="294414" y="1124840"/>
                    <a:pt x="317233" y="1127380"/>
                    <a:pt x="341253" y="1127380"/>
                  </a:cubicBezTo>
                  <a:cubicBezTo>
                    <a:pt x="376082" y="1127380"/>
                    <a:pt x="410911" y="1126110"/>
                    <a:pt x="445740" y="1127380"/>
                  </a:cubicBezTo>
                  <a:cubicBezTo>
                    <a:pt x="497383" y="1128650"/>
                    <a:pt x="1064256" y="1118490"/>
                    <a:pt x="1117101" y="1121030"/>
                  </a:cubicBezTo>
                  <a:cubicBezTo>
                    <a:pt x="1139920" y="1122300"/>
                    <a:pt x="1162739" y="1123570"/>
                    <a:pt x="1184357" y="1123570"/>
                  </a:cubicBezTo>
                  <a:cubicBezTo>
                    <a:pt x="1223990" y="1126110"/>
                    <a:pt x="1262422" y="1122300"/>
                    <a:pt x="1302055" y="1126110"/>
                  </a:cubicBezTo>
                  <a:cubicBezTo>
                    <a:pt x="1334482" y="1128650"/>
                    <a:pt x="1366909" y="1128650"/>
                    <a:pt x="1399336" y="1131190"/>
                  </a:cubicBezTo>
                  <a:cubicBezTo>
                    <a:pt x="1447376" y="1135000"/>
                    <a:pt x="1495416" y="1137540"/>
                    <a:pt x="1543456" y="1138810"/>
                  </a:cubicBezTo>
                  <a:cubicBezTo>
                    <a:pt x="1561763" y="1138810"/>
                    <a:pt x="1579543" y="1137540"/>
                    <a:pt x="1599863" y="113754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17786" name="Group 80">
            <a:extLst>
              <a:ext uri="{FF2B5EF4-FFF2-40B4-BE49-F238E27FC236}">
                <a16:creationId xmlns:a16="http://schemas.microsoft.com/office/drawing/2014/main" id="{F2DB19CA-4731-D743-FEFF-79556E46E39A}"/>
              </a:ext>
            </a:extLst>
          </p:cNvPr>
          <p:cNvGrpSpPr/>
          <p:nvPr/>
        </p:nvGrpSpPr>
        <p:grpSpPr>
          <a:xfrm>
            <a:off x="6096554" y="4215057"/>
            <a:ext cx="1439477" cy="1026479"/>
            <a:chOff x="0" y="0"/>
            <a:chExt cx="1659338" cy="1183260"/>
          </a:xfrm>
        </p:grpSpPr>
        <p:sp>
          <p:nvSpPr>
            <p:cNvPr id="17787" name="Freeform 81">
              <a:extLst>
                <a:ext uri="{FF2B5EF4-FFF2-40B4-BE49-F238E27FC236}">
                  <a16:creationId xmlns:a16="http://schemas.microsoft.com/office/drawing/2014/main" id="{4E014159-F037-FE01-85FB-75A5C275F252}"/>
                </a:ext>
              </a:extLst>
            </p:cNvPr>
            <p:cNvSpPr/>
            <p:nvPr/>
          </p:nvSpPr>
          <p:spPr>
            <a:xfrm>
              <a:off x="39984" y="45156"/>
              <a:ext cx="1619354" cy="1137399"/>
            </a:xfrm>
            <a:custGeom>
              <a:avLst/>
              <a:gdLst/>
              <a:ahLst/>
              <a:cxnLst/>
              <a:rect l="l" t="t" r="r" b="b"/>
              <a:pathLst>
                <a:path w="1619354" h="1137399">
                  <a:moveTo>
                    <a:pt x="656" y="1107624"/>
                  </a:moveTo>
                  <a:cubicBezTo>
                    <a:pt x="-1884" y="1116514"/>
                    <a:pt x="3196" y="1122864"/>
                    <a:pt x="11613" y="1124134"/>
                  </a:cubicBezTo>
                  <a:cubicBezTo>
                    <a:pt x="21221" y="1125404"/>
                    <a:pt x="29628" y="1125404"/>
                    <a:pt x="39236" y="1125404"/>
                  </a:cubicBezTo>
                  <a:cubicBezTo>
                    <a:pt x="77668" y="1126674"/>
                    <a:pt x="116100" y="1126674"/>
                    <a:pt x="155733" y="1127944"/>
                  </a:cubicBezTo>
                  <a:cubicBezTo>
                    <a:pt x="177351" y="1129214"/>
                    <a:pt x="198969" y="1130484"/>
                    <a:pt x="219386" y="1131754"/>
                  </a:cubicBezTo>
                  <a:cubicBezTo>
                    <a:pt x="255416" y="1133024"/>
                    <a:pt x="290245" y="1133024"/>
                    <a:pt x="326275" y="1134294"/>
                  </a:cubicBezTo>
                  <a:cubicBezTo>
                    <a:pt x="340687" y="1134294"/>
                    <a:pt x="353898" y="1134294"/>
                    <a:pt x="368310" y="1133024"/>
                  </a:cubicBezTo>
                  <a:cubicBezTo>
                    <a:pt x="374315" y="1133024"/>
                    <a:pt x="381521" y="1131754"/>
                    <a:pt x="387526" y="1131754"/>
                  </a:cubicBezTo>
                  <a:cubicBezTo>
                    <a:pt x="411546" y="1133024"/>
                    <a:pt x="891947" y="1124134"/>
                    <a:pt x="915967" y="1125404"/>
                  </a:cubicBezTo>
                  <a:cubicBezTo>
                    <a:pt x="949595" y="1126674"/>
                    <a:pt x="1042072" y="1126674"/>
                    <a:pt x="1075700" y="1126674"/>
                  </a:cubicBezTo>
                  <a:cubicBezTo>
                    <a:pt x="1088912" y="1126674"/>
                    <a:pt x="1100922" y="1125404"/>
                    <a:pt x="1114132" y="1125404"/>
                  </a:cubicBezTo>
                  <a:lnTo>
                    <a:pt x="1178987" y="1129214"/>
                  </a:lnTo>
                  <a:cubicBezTo>
                    <a:pt x="1225826" y="1131754"/>
                    <a:pt x="1271464" y="1129214"/>
                    <a:pt x="1318303" y="1133024"/>
                  </a:cubicBezTo>
                  <a:cubicBezTo>
                    <a:pt x="1396368" y="1138104"/>
                    <a:pt x="1475634" y="1131754"/>
                    <a:pt x="1555854" y="1136834"/>
                  </a:cubicBezTo>
                  <a:cubicBezTo>
                    <a:pt x="1576174" y="1138104"/>
                    <a:pt x="1596494" y="1136834"/>
                    <a:pt x="1619354" y="1136834"/>
                  </a:cubicBezTo>
                  <a:lnTo>
                    <a:pt x="1619354" y="1077144"/>
                  </a:lnTo>
                  <a:cubicBezTo>
                    <a:pt x="1618084" y="1025016"/>
                    <a:pt x="1616814" y="985316"/>
                    <a:pt x="1616814" y="943135"/>
                  </a:cubicBezTo>
                  <a:cubicBezTo>
                    <a:pt x="1616814" y="894337"/>
                    <a:pt x="1620624" y="844712"/>
                    <a:pt x="1614274" y="795914"/>
                  </a:cubicBezTo>
                  <a:cubicBezTo>
                    <a:pt x="1606654" y="763658"/>
                    <a:pt x="1595224" y="127629"/>
                    <a:pt x="1595224" y="95373"/>
                  </a:cubicBezTo>
                  <a:cubicBezTo>
                    <a:pt x="1592684" y="73042"/>
                    <a:pt x="1591414" y="49883"/>
                    <a:pt x="1588874" y="27552"/>
                  </a:cubicBezTo>
                  <a:cubicBezTo>
                    <a:pt x="1588874" y="20935"/>
                    <a:pt x="1587604" y="14319"/>
                    <a:pt x="1586334" y="5644"/>
                  </a:cubicBezTo>
                  <a:cubicBezTo>
                    <a:pt x="1576174" y="3104"/>
                    <a:pt x="1567284" y="1834"/>
                    <a:pt x="1557124" y="564"/>
                  </a:cubicBezTo>
                  <a:cubicBezTo>
                    <a:pt x="1549504" y="-706"/>
                    <a:pt x="1541884" y="564"/>
                    <a:pt x="1535534" y="564"/>
                  </a:cubicBezTo>
                  <a:lnTo>
                    <a:pt x="5608" y="5644"/>
                  </a:lnTo>
                  <a:lnTo>
                    <a:pt x="656" y="1107624"/>
                  </a:lnTo>
                  <a:close/>
                </a:path>
              </a:pathLst>
            </a:custGeom>
            <a:solidFill>
              <a:srgbClr val="FCFCF8"/>
            </a:solidFill>
          </p:spPr>
          <p:txBody>
            <a:bodyPr/>
            <a:lstStyle/>
            <a:p>
              <a:endParaRPr lang="en-AU"/>
            </a:p>
          </p:txBody>
        </p:sp>
        <p:sp>
          <p:nvSpPr>
            <p:cNvPr id="17788" name="Freeform 82">
              <a:extLst>
                <a:ext uri="{FF2B5EF4-FFF2-40B4-BE49-F238E27FC236}">
                  <a16:creationId xmlns:a16="http://schemas.microsoft.com/office/drawing/2014/main" id="{15BDFCD8-3513-E02E-C0C3-7BEA0A7808AF}"/>
                </a:ext>
              </a:extLst>
            </p:cNvPr>
            <p:cNvSpPr/>
            <p:nvPr/>
          </p:nvSpPr>
          <p:spPr>
            <a:xfrm>
              <a:off x="11430" y="16510"/>
              <a:ext cx="1598378" cy="1128650"/>
            </a:xfrm>
            <a:custGeom>
              <a:avLst/>
              <a:gdLst/>
              <a:ahLst/>
              <a:cxnLst/>
              <a:rect l="l" t="t" r="r" b="b"/>
              <a:pathLst>
                <a:path w="1598378" h="1128650">
                  <a:moveTo>
                    <a:pt x="1598378" y="1128650"/>
                  </a:moveTo>
                  <a:lnTo>
                    <a:pt x="0" y="1121030"/>
                  </a:lnTo>
                  <a:lnTo>
                    <a:pt x="0" y="401920"/>
                  </a:lnTo>
                  <a:lnTo>
                    <a:pt x="7620" y="20320"/>
                  </a:lnTo>
                  <a:lnTo>
                    <a:pt x="794396" y="0"/>
                  </a:lnTo>
                  <a:lnTo>
                    <a:pt x="1576788" y="8890"/>
                  </a:lnTo>
                  <a:close/>
                </a:path>
              </a:pathLst>
            </a:custGeom>
            <a:solidFill>
              <a:srgbClr val="B0ECB1"/>
            </a:solidFill>
          </p:spPr>
          <p:txBody>
            <a:bodyPr/>
            <a:lstStyle/>
            <a:p>
              <a:r>
                <a:rPr lang="en-AU" sz="1200" b="1" dirty="0"/>
                <a:t>Prediction Errors</a:t>
              </a:r>
            </a:p>
          </p:txBody>
        </p:sp>
        <p:sp>
          <p:nvSpPr>
            <p:cNvPr id="17789" name="Freeform 83">
              <a:extLst>
                <a:ext uri="{FF2B5EF4-FFF2-40B4-BE49-F238E27FC236}">
                  <a16:creationId xmlns:a16="http://schemas.microsoft.com/office/drawing/2014/main" id="{9DF328B2-C5A1-BD87-9D4C-28A62EBE6FBE}"/>
                </a:ext>
              </a:extLst>
            </p:cNvPr>
            <p:cNvSpPr/>
            <p:nvPr/>
          </p:nvSpPr>
          <p:spPr>
            <a:xfrm>
              <a:off x="-215" y="0"/>
              <a:ext cx="1622723" cy="1154614"/>
            </a:xfrm>
            <a:custGeom>
              <a:avLst/>
              <a:gdLst/>
              <a:ahLst/>
              <a:cxnLst/>
              <a:rect l="l" t="t" r="r" b="b"/>
              <a:pathLst>
                <a:path w="1622723" h="1154614">
                  <a:moveTo>
                    <a:pt x="1589703" y="21590"/>
                  </a:moveTo>
                  <a:cubicBezTo>
                    <a:pt x="1590973" y="34290"/>
                    <a:pt x="1590973" y="44450"/>
                    <a:pt x="1592243" y="53685"/>
                  </a:cubicBezTo>
                  <a:cubicBezTo>
                    <a:pt x="1594783" y="76016"/>
                    <a:pt x="1596053" y="99175"/>
                    <a:pt x="1598593" y="121506"/>
                  </a:cubicBezTo>
                  <a:cubicBezTo>
                    <a:pt x="1598593" y="153762"/>
                    <a:pt x="1611293" y="789791"/>
                    <a:pt x="1617643" y="822047"/>
                  </a:cubicBezTo>
                  <a:cubicBezTo>
                    <a:pt x="1623993" y="870845"/>
                    <a:pt x="1620183" y="920470"/>
                    <a:pt x="1620183" y="969268"/>
                  </a:cubicBezTo>
                  <a:cubicBezTo>
                    <a:pt x="1620183" y="1012276"/>
                    <a:pt x="1621453" y="1051976"/>
                    <a:pt x="1622723" y="1094360"/>
                  </a:cubicBezTo>
                  <a:lnTo>
                    <a:pt x="1622723" y="1154050"/>
                  </a:lnTo>
                  <a:cubicBezTo>
                    <a:pt x="1599863" y="1154050"/>
                    <a:pt x="1579543" y="1155320"/>
                    <a:pt x="1559223" y="1154050"/>
                  </a:cubicBezTo>
                  <a:cubicBezTo>
                    <a:pt x="1481004" y="1148970"/>
                    <a:pt x="1401738" y="1155320"/>
                    <a:pt x="1323673" y="1150240"/>
                  </a:cubicBezTo>
                  <a:cubicBezTo>
                    <a:pt x="1276834" y="1146430"/>
                    <a:pt x="1231196" y="1148970"/>
                    <a:pt x="1184357" y="1146430"/>
                  </a:cubicBezTo>
                  <a:lnTo>
                    <a:pt x="1119502" y="1142620"/>
                  </a:lnTo>
                  <a:cubicBezTo>
                    <a:pt x="1106291" y="1142620"/>
                    <a:pt x="1094281" y="1143890"/>
                    <a:pt x="1081070" y="1143890"/>
                  </a:cubicBezTo>
                  <a:cubicBezTo>
                    <a:pt x="1047442" y="1142620"/>
                    <a:pt x="954965" y="1143890"/>
                    <a:pt x="921337" y="1142620"/>
                  </a:cubicBezTo>
                  <a:cubicBezTo>
                    <a:pt x="897317" y="1141350"/>
                    <a:pt x="416916" y="1150240"/>
                    <a:pt x="392896" y="1148970"/>
                  </a:cubicBezTo>
                  <a:cubicBezTo>
                    <a:pt x="386891" y="1148970"/>
                    <a:pt x="379685" y="1150240"/>
                    <a:pt x="373680" y="1150240"/>
                  </a:cubicBezTo>
                  <a:cubicBezTo>
                    <a:pt x="359268" y="1150240"/>
                    <a:pt x="346057" y="1151510"/>
                    <a:pt x="331645" y="1151510"/>
                  </a:cubicBezTo>
                  <a:cubicBezTo>
                    <a:pt x="295615" y="1151510"/>
                    <a:pt x="260786" y="1150240"/>
                    <a:pt x="224756" y="1148970"/>
                  </a:cubicBezTo>
                  <a:cubicBezTo>
                    <a:pt x="203138" y="1147700"/>
                    <a:pt x="181520" y="1146430"/>
                    <a:pt x="161103" y="1145160"/>
                  </a:cubicBezTo>
                  <a:cubicBezTo>
                    <a:pt x="122671" y="1143890"/>
                    <a:pt x="84239" y="1142620"/>
                    <a:pt x="44606" y="1142620"/>
                  </a:cubicBezTo>
                  <a:cubicBezTo>
                    <a:pt x="34505" y="1142620"/>
                    <a:pt x="25615" y="1142620"/>
                    <a:pt x="15455" y="1141350"/>
                  </a:cubicBezTo>
                  <a:cubicBezTo>
                    <a:pt x="6565" y="1140080"/>
                    <a:pt x="1485" y="1133730"/>
                    <a:pt x="4025" y="1124840"/>
                  </a:cubicBezTo>
                  <a:cubicBezTo>
                    <a:pt x="12915" y="1093331"/>
                    <a:pt x="9105" y="1072654"/>
                    <a:pt x="7835" y="1051149"/>
                  </a:cubicBezTo>
                  <a:cubicBezTo>
                    <a:pt x="6565" y="1007314"/>
                    <a:pt x="2755" y="964305"/>
                    <a:pt x="4025" y="920470"/>
                  </a:cubicBezTo>
                  <a:cubicBezTo>
                    <a:pt x="1485" y="865882"/>
                    <a:pt x="-3595" y="190154"/>
                    <a:pt x="4025" y="134739"/>
                  </a:cubicBezTo>
                  <a:cubicBezTo>
                    <a:pt x="5295" y="123987"/>
                    <a:pt x="4025" y="112408"/>
                    <a:pt x="5295" y="101656"/>
                  </a:cubicBezTo>
                  <a:cubicBezTo>
                    <a:pt x="6565" y="84287"/>
                    <a:pt x="9105" y="65264"/>
                    <a:pt x="10375" y="44450"/>
                  </a:cubicBezTo>
                  <a:cubicBezTo>
                    <a:pt x="10375" y="41910"/>
                    <a:pt x="11645" y="39370"/>
                    <a:pt x="12915" y="38100"/>
                  </a:cubicBezTo>
                  <a:cubicBezTo>
                    <a:pt x="34505" y="35560"/>
                    <a:pt x="54214" y="30480"/>
                    <a:pt x="73430" y="29210"/>
                  </a:cubicBezTo>
                  <a:cubicBezTo>
                    <a:pt x="105857" y="25400"/>
                    <a:pt x="138284" y="22860"/>
                    <a:pt x="171912" y="20320"/>
                  </a:cubicBezTo>
                  <a:cubicBezTo>
                    <a:pt x="194731" y="17780"/>
                    <a:pt x="217550" y="16510"/>
                    <a:pt x="239168" y="13970"/>
                  </a:cubicBezTo>
                  <a:cubicBezTo>
                    <a:pt x="260786" y="11430"/>
                    <a:pt x="283605" y="8890"/>
                    <a:pt x="305223" y="8890"/>
                  </a:cubicBezTo>
                  <a:cubicBezTo>
                    <a:pt x="329243" y="7620"/>
                    <a:pt x="353263" y="10160"/>
                    <a:pt x="377283" y="8890"/>
                  </a:cubicBezTo>
                  <a:cubicBezTo>
                    <a:pt x="407308" y="8890"/>
                    <a:pt x="951362" y="6350"/>
                    <a:pt x="981387" y="5080"/>
                  </a:cubicBezTo>
                  <a:cubicBezTo>
                    <a:pt x="1010211" y="3810"/>
                    <a:pt x="1039035" y="2540"/>
                    <a:pt x="1069060" y="2540"/>
                  </a:cubicBezTo>
                  <a:cubicBezTo>
                    <a:pt x="1118302" y="1270"/>
                    <a:pt x="1166341" y="0"/>
                    <a:pt x="1215583" y="0"/>
                  </a:cubicBezTo>
                  <a:cubicBezTo>
                    <a:pt x="1236000" y="0"/>
                    <a:pt x="1257618" y="2540"/>
                    <a:pt x="1278035" y="2540"/>
                  </a:cubicBezTo>
                  <a:cubicBezTo>
                    <a:pt x="1334482" y="3810"/>
                    <a:pt x="1392130" y="5080"/>
                    <a:pt x="1448577" y="7620"/>
                  </a:cubicBezTo>
                  <a:cubicBezTo>
                    <a:pt x="1478602" y="8890"/>
                    <a:pt x="1508627" y="12700"/>
                    <a:pt x="1538652" y="16510"/>
                  </a:cubicBezTo>
                  <a:lnTo>
                    <a:pt x="1559223" y="16510"/>
                  </a:lnTo>
                  <a:cubicBezTo>
                    <a:pt x="1570653" y="17780"/>
                    <a:pt x="1579543" y="20320"/>
                    <a:pt x="1589703" y="21590"/>
                  </a:cubicBezTo>
                  <a:close/>
                  <a:moveTo>
                    <a:pt x="1599863" y="1137540"/>
                  </a:moveTo>
                  <a:cubicBezTo>
                    <a:pt x="1601133" y="1121030"/>
                    <a:pt x="1602403" y="1108330"/>
                    <a:pt x="1602403" y="1095630"/>
                  </a:cubicBezTo>
                  <a:cubicBezTo>
                    <a:pt x="1601133" y="1047841"/>
                    <a:pt x="1599863" y="1004006"/>
                    <a:pt x="1599863" y="956862"/>
                  </a:cubicBezTo>
                  <a:cubicBezTo>
                    <a:pt x="1599863" y="935358"/>
                    <a:pt x="1602403" y="913853"/>
                    <a:pt x="1601133" y="892349"/>
                  </a:cubicBezTo>
                  <a:cubicBezTo>
                    <a:pt x="1601133" y="872499"/>
                    <a:pt x="1599863" y="851822"/>
                    <a:pt x="1598593" y="831972"/>
                  </a:cubicBezTo>
                  <a:cubicBezTo>
                    <a:pt x="1593513" y="801370"/>
                    <a:pt x="1582083" y="167823"/>
                    <a:pt x="1582083" y="137221"/>
                  </a:cubicBezTo>
                  <a:cubicBezTo>
                    <a:pt x="1579543" y="111581"/>
                    <a:pt x="1577003" y="85114"/>
                    <a:pt x="1574463" y="59475"/>
                  </a:cubicBezTo>
                  <a:cubicBezTo>
                    <a:pt x="1573193" y="44450"/>
                    <a:pt x="1571923" y="43180"/>
                    <a:pt x="1555466" y="41910"/>
                  </a:cubicBezTo>
                  <a:cubicBezTo>
                    <a:pt x="1551863" y="41910"/>
                    <a:pt x="1549461" y="41910"/>
                    <a:pt x="1545858" y="40640"/>
                  </a:cubicBezTo>
                  <a:cubicBezTo>
                    <a:pt x="1515833" y="36830"/>
                    <a:pt x="1484607" y="31750"/>
                    <a:pt x="1454582" y="30480"/>
                  </a:cubicBezTo>
                  <a:cubicBezTo>
                    <a:pt x="1381321" y="26670"/>
                    <a:pt x="1306859" y="25400"/>
                    <a:pt x="1233598" y="22860"/>
                  </a:cubicBezTo>
                  <a:lnTo>
                    <a:pt x="1147126" y="22860"/>
                  </a:lnTo>
                  <a:cubicBezTo>
                    <a:pt x="1108693" y="22860"/>
                    <a:pt x="1070261" y="22860"/>
                    <a:pt x="1033030" y="24130"/>
                  </a:cubicBezTo>
                  <a:cubicBezTo>
                    <a:pt x="1000603" y="25400"/>
                    <a:pt x="454147" y="29210"/>
                    <a:pt x="421720" y="29210"/>
                  </a:cubicBezTo>
                  <a:cubicBezTo>
                    <a:pt x="368876" y="29210"/>
                    <a:pt x="316032" y="26670"/>
                    <a:pt x="263188" y="33020"/>
                  </a:cubicBezTo>
                  <a:cubicBezTo>
                    <a:pt x="235565" y="36830"/>
                    <a:pt x="209143" y="36830"/>
                    <a:pt x="182721" y="38100"/>
                  </a:cubicBezTo>
                  <a:cubicBezTo>
                    <a:pt x="137083" y="41910"/>
                    <a:pt x="91445" y="45720"/>
                    <a:pt x="45807" y="50800"/>
                  </a:cubicBezTo>
                  <a:cubicBezTo>
                    <a:pt x="33235" y="50800"/>
                    <a:pt x="30695" y="52858"/>
                    <a:pt x="29425" y="62783"/>
                  </a:cubicBezTo>
                  <a:cubicBezTo>
                    <a:pt x="28155" y="77671"/>
                    <a:pt x="28155" y="92558"/>
                    <a:pt x="26885" y="107446"/>
                  </a:cubicBezTo>
                  <a:cubicBezTo>
                    <a:pt x="25615" y="132258"/>
                    <a:pt x="23075" y="156244"/>
                    <a:pt x="21805" y="181056"/>
                  </a:cubicBezTo>
                  <a:cubicBezTo>
                    <a:pt x="16725" y="207523"/>
                    <a:pt x="23075" y="854303"/>
                    <a:pt x="25615" y="880770"/>
                  </a:cubicBezTo>
                  <a:cubicBezTo>
                    <a:pt x="25615" y="908891"/>
                    <a:pt x="25615" y="937839"/>
                    <a:pt x="26885" y="965960"/>
                  </a:cubicBezTo>
                  <a:cubicBezTo>
                    <a:pt x="26885" y="986637"/>
                    <a:pt x="29425" y="1007314"/>
                    <a:pt x="29425" y="1027991"/>
                  </a:cubicBezTo>
                  <a:cubicBezTo>
                    <a:pt x="29425" y="1050322"/>
                    <a:pt x="29425" y="1072654"/>
                    <a:pt x="28155" y="1095630"/>
                  </a:cubicBezTo>
                  <a:lnTo>
                    <a:pt x="28155" y="1105790"/>
                  </a:lnTo>
                  <a:cubicBezTo>
                    <a:pt x="28155" y="1115950"/>
                    <a:pt x="31965" y="1119760"/>
                    <a:pt x="40855" y="1119760"/>
                  </a:cubicBezTo>
                  <a:cubicBezTo>
                    <a:pt x="56616" y="1119760"/>
                    <a:pt x="73430" y="1121030"/>
                    <a:pt x="89043" y="1121030"/>
                  </a:cubicBezTo>
                  <a:cubicBezTo>
                    <a:pt x="111862" y="1121030"/>
                    <a:pt x="135882" y="1118490"/>
                    <a:pt x="158701" y="1121030"/>
                  </a:cubicBezTo>
                  <a:cubicBezTo>
                    <a:pt x="195932" y="1124840"/>
                    <a:pt x="233163" y="1127380"/>
                    <a:pt x="270394" y="1126110"/>
                  </a:cubicBezTo>
                  <a:cubicBezTo>
                    <a:pt x="294414" y="1124840"/>
                    <a:pt x="317233" y="1127380"/>
                    <a:pt x="341253" y="1127380"/>
                  </a:cubicBezTo>
                  <a:cubicBezTo>
                    <a:pt x="376082" y="1127380"/>
                    <a:pt x="410911" y="1126110"/>
                    <a:pt x="445740" y="1127380"/>
                  </a:cubicBezTo>
                  <a:cubicBezTo>
                    <a:pt x="497383" y="1128650"/>
                    <a:pt x="1064256" y="1118490"/>
                    <a:pt x="1117101" y="1121030"/>
                  </a:cubicBezTo>
                  <a:cubicBezTo>
                    <a:pt x="1139920" y="1122300"/>
                    <a:pt x="1162739" y="1123570"/>
                    <a:pt x="1184357" y="1123570"/>
                  </a:cubicBezTo>
                  <a:cubicBezTo>
                    <a:pt x="1223990" y="1126110"/>
                    <a:pt x="1262422" y="1122300"/>
                    <a:pt x="1302055" y="1126110"/>
                  </a:cubicBezTo>
                  <a:cubicBezTo>
                    <a:pt x="1334482" y="1128650"/>
                    <a:pt x="1366909" y="1128650"/>
                    <a:pt x="1399336" y="1131190"/>
                  </a:cubicBezTo>
                  <a:cubicBezTo>
                    <a:pt x="1447376" y="1135000"/>
                    <a:pt x="1495416" y="1137540"/>
                    <a:pt x="1543456" y="1138810"/>
                  </a:cubicBezTo>
                  <a:cubicBezTo>
                    <a:pt x="1561763" y="1138810"/>
                    <a:pt x="1579543" y="1137540"/>
                    <a:pt x="1599863" y="113754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AU"/>
            </a:p>
          </p:txBody>
        </p:sp>
      </p:grpSp>
      <p:sp>
        <p:nvSpPr>
          <p:cNvPr id="17790" name="Freeform 85">
            <a:extLst>
              <a:ext uri="{FF2B5EF4-FFF2-40B4-BE49-F238E27FC236}">
                <a16:creationId xmlns:a16="http://schemas.microsoft.com/office/drawing/2014/main" id="{508292E8-08CD-C3E4-B9F2-770E3BCEFFD8}"/>
              </a:ext>
            </a:extLst>
          </p:cNvPr>
          <p:cNvSpPr/>
          <p:nvPr/>
        </p:nvSpPr>
        <p:spPr>
          <a:xfrm>
            <a:off x="4466035" y="815604"/>
            <a:ext cx="3222932" cy="146497"/>
          </a:xfrm>
          <a:custGeom>
            <a:avLst/>
            <a:gdLst/>
            <a:ahLst/>
            <a:cxnLst/>
            <a:rect l="l" t="t" r="r" b="b"/>
            <a:pathLst>
              <a:path w="4834398" h="219745">
                <a:moveTo>
                  <a:pt x="0" y="0"/>
                </a:moveTo>
                <a:lnTo>
                  <a:pt x="4834397" y="0"/>
                </a:lnTo>
                <a:lnTo>
                  <a:pt x="4834397" y="219745"/>
                </a:lnTo>
                <a:lnTo>
                  <a:pt x="0" y="21974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AU"/>
          </a:p>
        </p:txBody>
      </p:sp>
      <p:sp>
        <p:nvSpPr>
          <p:cNvPr id="17791" name="Freeform 86">
            <a:extLst>
              <a:ext uri="{FF2B5EF4-FFF2-40B4-BE49-F238E27FC236}">
                <a16:creationId xmlns:a16="http://schemas.microsoft.com/office/drawing/2014/main" id="{596BE6FB-9BFA-922B-52BF-FCCCD6A30DBB}"/>
              </a:ext>
            </a:extLst>
          </p:cNvPr>
          <p:cNvSpPr/>
          <p:nvPr/>
        </p:nvSpPr>
        <p:spPr>
          <a:xfrm>
            <a:off x="2453837" y="968450"/>
            <a:ext cx="3617477" cy="1571179"/>
          </a:xfrm>
          <a:custGeom>
            <a:avLst/>
            <a:gdLst/>
            <a:ahLst/>
            <a:cxnLst/>
            <a:rect l="l" t="t" r="r" b="b"/>
            <a:pathLst>
              <a:path w="5426216" h="2356768">
                <a:moveTo>
                  <a:pt x="0" y="2356769"/>
                </a:moveTo>
                <a:lnTo>
                  <a:pt x="0" y="874526"/>
                </a:lnTo>
                <a:cubicBezTo>
                  <a:pt x="0" y="793688"/>
                  <a:pt x="32113" y="716161"/>
                  <a:pt x="89274" y="659000"/>
                </a:cubicBezTo>
                <a:cubicBezTo>
                  <a:pt x="146435" y="601839"/>
                  <a:pt x="223962" y="569726"/>
                  <a:pt x="304800" y="569726"/>
                </a:cubicBezTo>
                <a:lnTo>
                  <a:pt x="5141353" y="569726"/>
                </a:lnTo>
                <a:cubicBezTo>
                  <a:pt x="5216904" y="569726"/>
                  <a:pt x="5289360" y="539714"/>
                  <a:pt x="5342782" y="486292"/>
                </a:cubicBezTo>
                <a:cubicBezTo>
                  <a:pt x="5396205" y="432870"/>
                  <a:pt x="5426217" y="360414"/>
                  <a:pt x="5426217" y="284863"/>
                </a:cubicBezTo>
                <a:lnTo>
                  <a:pt x="5426217" y="0"/>
                </a:lnTo>
              </a:path>
            </a:pathLst>
          </a:custGeom>
          <a:ln w="38100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lstStyle/>
          <a:p>
            <a:endParaRPr lang="en-AU"/>
          </a:p>
        </p:txBody>
      </p:sp>
      <p:sp>
        <p:nvSpPr>
          <p:cNvPr id="17792" name="Freeform 87">
            <a:extLst>
              <a:ext uri="{FF2B5EF4-FFF2-40B4-BE49-F238E27FC236}">
                <a16:creationId xmlns:a16="http://schemas.microsoft.com/office/drawing/2014/main" id="{EBB2A68C-8085-C2E6-8034-7D61D86EF249}"/>
              </a:ext>
            </a:extLst>
          </p:cNvPr>
          <p:cNvSpPr/>
          <p:nvPr/>
        </p:nvSpPr>
        <p:spPr>
          <a:xfrm>
            <a:off x="6071315" y="1016140"/>
            <a:ext cx="3584299" cy="1523489"/>
          </a:xfrm>
          <a:custGeom>
            <a:avLst/>
            <a:gdLst/>
            <a:ahLst/>
            <a:cxnLst/>
            <a:rect l="l" t="t" r="r" b="b"/>
            <a:pathLst>
              <a:path w="5376448" h="2285233">
                <a:moveTo>
                  <a:pt x="5376447" y="2285234"/>
                </a:moveTo>
                <a:lnTo>
                  <a:pt x="5376447" y="802991"/>
                </a:lnTo>
                <a:cubicBezTo>
                  <a:pt x="5376447" y="722153"/>
                  <a:pt x="5344335" y="644626"/>
                  <a:pt x="5287174" y="587465"/>
                </a:cubicBezTo>
                <a:cubicBezTo>
                  <a:pt x="5230013" y="530304"/>
                  <a:pt x="5152486" y="498191"/>
                  <a:pt x="5071647" y="498191"/>
                </a:cubicBezTo>
                <a:lnTo>
                  <a:pt x="249095" y="498191"/>
                </a:lnTo>
                <a:cubicBezTo>
                  <a:pt x="111524" y="498191"/>
                  <a:pt x="0" y="386667"/>
                  <a:pt x="0" y="249096"/>
                </a:cubicBezTo>
                <a:lnTo>
                  <a:pt x="0" y="0"/>
                </a:lnTo>
              </a:path>
            </a:pathLst>
          </a:cu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endParaRPr lang="en-AU"/>
          </a:p>
        </p:txBody>
      </p:sp>
      <p:grpSp>
        <p:nvGrpSpPr>
          <p:cNvPr id="17793" name="Group 88">
            <a:extLst>
              <a:ext uri="{FF2B5EF4-FFF2-40B4-BE49-F238E27FC236}">
                <a16:creationId xmlns:a16="http://schemas.microsoft.com/office/drawing/2014/main" id="{8297B15E-B1AF-EDB9-449C-DD26ECDEC934}"/>
              </a:ext>
            </a:extLst>
          </p:cNvPr>
          <p:cNvGrpSpPr/>
          <p:nvPr/>
        </p:nvGrpSpPr>
        <p:grpSpPr>
          <a:xfrm>
            <a:off x="1033520" y="2699132"/>
            <a:ext cx="2840635" cy="1036395"/>
            <a:chOff x="0" y="0"/>
            <a:chExt cx="2844499" cy="1037804"/>
          </a:xfrm>
        </p:grpSpPr>
        <p:sp>
          <p:nvSpPr>
            <p:cNvPr id="17794" name="Freeform 89">
              <a:extLst>
                <a:ext uri="{FF2B5EF4-FFF2-40B4-BE49-F238E27FC236}">
                  <a16:creationId xmlns:a16="http://schemas.microsoft.com/office/drawing/2014/main" id="{624F07F8-DBED-B672-8333-6F450246211B}"/>
                </a:ext>
              </a:extLst>
            </p:cNvPr>
            <p:cNvSpPr/>
            <p:nvPr/>
          </p:nvSpPr>
          <p:spPr>
            <a:xfrm>
              <a:off x="40015" y="45156"/>
              <a:ext cx="2804484" cy="991943"/>
            </a:xfrm>
            <a:custGeom>
              <a:avLst/>
              <a:gdLst/>
              <a:ahLst/>
              <a:cxnLst/>
              <a:rect l="l" t="t" r="r" b="b"/>
              <a:pathLst>
                <a:path w="2804484" h="991943">
                  <a:moveTo>
                    <a:pt x="625" y="962168"/>
                  </a:moveTo>
                  <a:cubicBezTo>
                    <a:pt x="-1915" y="971058"/>
                    <a:pt x="3165" y="977408"/>
                    <a:pt x="18036" y="978678"/>
                  </a:cubicBezTo>
                  <a:cubicBezTo>
                    <a:pt x="35172" y="979948"/>
                    <a:pt x="50165" y="979948"/>
                    <a:pt x="67300" y="979948"/>
                  </a:cubicBezTo>
                  <a:cubicBezTo>
                    <a:pt x="135840" y="981218"/>
                    <a:pt x="204380" y="981218"/>
                    <a:pt x="275062" y="982488"/>
                  </a:cubicBezTo>
                  <a:cubicBezTo>
                    <a:pt x="313616" y="983758"/>
                    <a:pt x="352170" y="985028"/>
                    <a:pt x="388582" y="986298"/>
                  </a:cubicBezTo>
                  <a:cubicBezTo>
                    <a:pt x="452838" y="987568"/>
                    <a:pt x="514953" y="987568"/>
                    <a:pt x="579209" y="988838"/>
                  </a:cubicBezTo>
                  <a:cubicBezTo>
                    <a:pt x="604912" y="988838"/>
                    <a:pt x="628472" y="988838"/>
                    <a:pt x="654175" y="987568"/>
                  </a:cubicBezTo>
                  <a:cubicBezTo>
                    <a:pt x="664884" y="987568"/>
                    <a:pt x="677736" y="986298"/>
                    <a:pt x="688445" y="986298"/>
                  </a:cubicBezTo>
                  <a:cubicBezTo>
                    <a:pt x="731283" y="987568"/>
                    <a:pt x="1588035" y="978678"/>
                    <a:pt x="1630873" y="979948"/>
                  </a:cubicBezTo>
                  <a:cubicBezTo>
                    <a:pt x="1690845" y="981218"/>
                    <a:pt x="1855770" y="981218"/>
                    <a:pt x="1915743" y="981218"/>
                  </a:cubicBezTo>
                  <a:cubicBezTo>
                    <a:pt x="1939304" y="981218"/>
                    <a:pt x="1960722" y="979948"/>
                    <a:pt x="1984283" y="979948"/>
                  </a:cubicBezTo>
                  <a:lnTo>
                    <a:pt x="2099945" y="983758"/>
                  </a:lnTo>
                  <a:cubicBezTo>
                    <a:pt x="2183478" y="986298"/>
                    <a:pt x="2264869" y="983758"/>
                    <a:pt x="2348403" y="987568"/>
                  </a:cubicBezTo>
                  <a:cubicBezTo>
                    <a:pt x="2487625" y="992648"/>
                    <a:pt x="2628989" y="986298"/>
                    <a:pt x="2740984" y="991378"/>
                  </a:cubicBezTo>
                  <a:cubicBezTo>
                    <a:pt x="2761304" y="992648"/>
                    <a:pt x="2781624" y="991378"/>
                    <a:pt x="2804484" y="991378"/>
                  </a:cubicBezTo>
                  <a:lnTo>
                    <a:pt x="2804484" y="931688"/>
                  </a:lnTo>
                  <a:cubicBezTo>
                    <a:pt x="2803214" y="882856"/>
                    <a:pt x="2801944" y="848699"/>
                    <a:pt x="2801944" y="812407"/>
                  </a:cubicBezTo>
                  <a:cubicBezTo>
                    <a:pt x="2801944" y="770422"/>
                    <a:pt x="2805754" y="727726"/>
                    <a:pt x="2799404" y="685741"/>
                  </a:cubicBezTo>
                  <a:cubicBezTo>
                    <a:pt x="2791784" y="657988"/>
                    <a:pt x="2780354" y="110760"/>
                    <a:pt x="2780354" y="83007"/>
                  </a:cubicBezTo>
                  <a:cubicBezTo>
                    <a:pt x="2777814" y="63794"/>
                    <a:pt x="2776544" y="43868"/>
                    <a:pt x="2774004" y="24655"/>
                  </a:cubicBezTo>
                  <a:cubicBezTo>
                    <a:pt x="2774004" y="18962"/>
                    <a:pt x="2772734" y="13269"/>
                    <a:pt x="2771464" y="5644"/>
                  </a:cubicBezTo>
                  <a:cubicBezTo>
                    <a:pt x="2761304" y="3104"/>
                    <a:pt x="2752414" y="1834"/>
                    <a:pt x="2742254" y="564"/>
                  </a:cubicBezTo>
                  <a:cubicBezTo>
                    <a:pt x="2734634" y="-706"/>
                    <a:pt x="2727014" y="564"/>
                    <a:pt x="2720664" y="564"/>
                  </a:cubicBezTo>
                  <a:lnTo>
                    <a:pt x="7327" y="5644"/>
                  </a:lnTo>
                  <a:lnTo>
                    <a:pt x="625" y="962168"/>
                  </a:lnTo>
                  <a:close/>
                </a:path>
              </a:pathLst>
            </a:custGeom>
            <a:solidFill>
              <a:srgbClr val="9CF2FE"/>
            </a:solidFill>
          </p:spPr>
          <p:txBody>
            <a:bodyPr/>
            <a:lstStyle/>
            <a:p>
              <a:endParaRPr lang="en-AU"/>
            </a:p>
          </p:txBody>
        </p:sp>
        <p:sp>
          <p:nvSpPr>
            <p:cNvPr id="17795" name="Freeform 90">
              <a:extLst>
                <a:ext uri="{FF2B5EF4-FFF2-40B4-BE49-F238E27FC236}">
                  <a16:creationId xmlns:a16="http://schemas.microsoft.com/office/drawing/2014/main" id="{593D4C39-0994-5DDD-3FE7-B3B7BC5E3B4B}"/>
                </a:ext>
              </a:extLst>
            </p:cNvPr>
            <p:cNvSpPr/>
            <p:nvPr/>
          </p:nvSpPr>
          <p:spPr>
            <a:xfrm>
              <a:off x="11430" y="16510"/>
              <a:ext cx="2783539" cy="983194"/>
            </a:xfrm>
            <a:custGeom>
              <a:avLst/>
              <a:gdLst/>
              <a:ahLst/>
              <a:cxnLst/>
              <a:rect l="l" t="t" r="r" b="b"/>
              <a:pathLst>
                <a:path w="2783539" h="983194">
                  <a:moveTo>
                    <a:pt x="2783539" y="983194"/>
                  </a:moveTo>
                  <a:lnTo>
                    <a:pt x="0" y="975574"/>
                  </a:lnTo>
                  <a:lnTo>
                    <a:pt x="0" y="350754"/>
                  </a:lnTo>
                  <a:lnTo>
                    <a:pt x="7620" y="20320"/>
                  </a:lnTo>
                  <a:lnTo>
                    <a:pt x="1391723" y="0"/>
                  </a:lnTo>
                  <a:lnTo>
                    <a:pt x="2761949" y="8890"/>
                  </a:lnTo>
                  <a:close/>
                </a:path>
              </a:pathLst>
            </a:custGeom>
            <a:solidFill>
              <a:srgbClr val="F8F8F8"/>
            </a:solidFill>
          </p:spPr>
          <p:txBody>
            <a:bodyPr/>
            <a:lstStyle/>
            <a:p>
              <a:endParaRPr lang="en-AU" dirty="0"/>
            </a:p>
          </p:txBody>
        </p:sp>
        <p:sp>
          <p:nvSpPr>
            <p:cNvPr id="17796" name="Freeform 91">
              <a:extLst>
                <a:ext uri="{FF2B5EF4-FFF2-40B4-BE49-F238E27FC236}">
                  <a16:creationId xmlns:a16="http://schemas.microsoft.com/office/drawing/2014/main" id="{8D671871-16DE-E696-7475-D86BCB6FC9BD}"/>
                </a:ext>
              </a:extLst>
            </p:cNvPr>
            <p:cNvSpPr/>
            <p:nvPr/>
          </p:nvSpPr>
          <p:spPr>
            <a:xfrm>
              <a:off x="-215" y="0"/>
              <a:ext cx="2807883" cy="1009158"/>
            </a:xfrm>
            <a:custGeom>
              <a:avLst/>
              <a:gdLst/>
              <a:ahLst/>
              <a:cxnLst/>
              <a:rect l="l" t="t" r="r" b="b"/>
              <a:pathLst>
                <a:path w="2807883" h="1009158">
                  <a:moveTo>
                    <a:pt x="2774864" y="21590"/>
                  </a:moveTo>
                  <a:cubicBezTo>
                    <a:pt x="2776134" y="34290"/>
                    <a:pt x="2776134" y="44450"/>
                    <a:pt x="2777404" y="53444"/>
                  </a:cubicBezTo>
                  <a:cubicBezTo>
                    <a:pt x="2779944" y="72657"/>
                    <a:pt x="2781214" y="92583"/>
                    <a:pt x="2783754" y="111796"/>
                  </a:cubicBezTo>
                  <a:cubicBezTo>
                    <a:pt x="2783754" y="139549"/>
                    <a:pt x="2796454" y="686777"/>
                    <a:pt x="2802804" y="714529"/>
                  </a:cubicBezTo>
                  <a:cubicBezTo>
                    <a:pt x="2809154" y="756514"/>
                    <a:pt x="2805344" y="799211"/>
                    <a:pt x="2805344" y="841196"/>
                  </a:cubicBezTo>
                  <a:cubicBezTo>
                    <a:pt x="2805344" y="878200"/>
                    <a:pt x="2806614" y="912357"/>
                    <a:pt x="2807884" y="948904"/>
                  </a:cubicBezTo>
                  <a:lnTo>
                    <a:pt x="2807884" y="1008594"/>
                  </a:lnTo>
                  <a:cubicBezTo>
                    <a:pt x="2785024" y="1008594"/>
                    <a:pt x="2764704" y="1009864"/>
                    <a:pt x="2744384" y="1008594"/>
                  </a:cubicBezTo>
                  <a:cubicBezTo>
                    <a:pt x="2607105" y="1003514"/>
                    <a:pt x="2465740" y="1009864"/>
                    <a:pt x="2326518" y="1004784"/>
                  </a:cubicBezTo>
                  <a:cubicBezTo>
                    <a:pt x="2242985" y="1000974"/>
                    <a:pt x="2161593" y="1003514"/>
                    <a:pt x="2078060" y="1000974"/>
                  </a:cubicBezTo>
                  <a:lnTo>
                    <a:pt x="1962399" y="997164"/>
                  </a:lnTo>
                  <a:cubicBezTo>
                    <a:pt x="1938838" y="997164"/>
                    <a:pt x="1917419" y="998434"/>
                    <a:pt x="1893858" y="998434"/>
                  </a:cubicBezTo>
                  <a:cubicBezTo>
                    <a:pt x="1833886" y="997164"/>
                    <a:pt x="1668961" y="998434"/>
                    <a:pt x="1608988" y="997164"/>
                  </a:cubicBezTo>
                  <a:cubicBezTo>
                    <a:pt x="1566151" y="995894"/>
                    <a:pt x="709398" y="1004784"/>
                    <a:pt x="666561" y="1003514"/>
                  </a:cubicBezTo>
                  <a:cubicBezTo>
                    <a:pt x="655851" y="1003514"/>
                    <a:pt x="643000" y="1004784"/>
                    <a:pt x="632291" y="1004784"/>
                  </a:cubicBezTo>
                  <a:cubicBezTo>
                    <a:pt x="606588" y="1004784"/>
                    <a:pt x="583027" y="1006054"/>
                    <a:pt x="557325" y="1006054"/>
                  </a:cubicBezTo>
                  <a:cubicBezTo>
                    <a:pt x="493068" y="1006054"/>
                    <a:pt x="430954" y="1004784"/>
                    <a:pt x="366697" y="1003514"/>
                  </a:cubicBezTo>
                  <a:cubicBezTo>
                    <a:pt x="328143" y="1002244"/>
                    <a:pt x="289590" y="1000974"/>
                    <a:pt x="253178" y="999704"/>
                  </a:cubicBezTo>
                  <a:cubicBezTo>
                    <a:pt x="184637" y="998434"/>
                    <a:pt x="116097" y="997164"/>
                    <a:pt x="45415" y="997164"/>
                  </a:cubicBezTo>
                  <a:cubicBezTo>
                    <a:pt x="34505" y="997164"/>
                    <a:pt x="25615" y="997164"/>
                    <a:pt x="15455" y="995894"/>
                  </a:cubicBezTo>
                  <a:cubicBezTo>
                    <a:pt x="6565" y="994624"/>
                    <a:pt x="1485" y="988274"/>
                    <a:pt x="4025" y="979384"/>
                  </a:cubicBezTo>
                  <a:cubicBezTo>
                    <a:pt x="12915" y="947938"/>
                    <a:pt x="9105" y="930147"/>
                    <a:pt x="7835" y="911645"/>
                  </a:cubicBezTo>
                  <a:cubicBezTo>
                    <a:pt x="6565" y="873930"/>
                    <a:pt x="2755" y="836926"/>
                    <a:pt x="4025" y="799211"/>
                  </a:cubicBezTo>
                  <a:cubicBezTo>
                    <a:pt x="1485" y="752245"/>
                    <a:pt x="-3595" y="170860"/>
                    <a:pt x="4025" y="123182"/>
                  </a:cubicBezTo>
                  <a:cubicBezTo>
                    <a:pt x="5295" y="113931"/>
                    <a:pt x="4025" y="103968"/>
                    <a:pt x="5295" y="94717"/>
                  </a:cubicBezTo>
                  <a:cubicBezTo>
                    <a:pt x="6565" y="79774"/>
                    <a:pt x="9105" y="63407"/>
                    <a:pt x="10375" y="44450"/>
                  </a:cubicBezTo>
                  <a:cubicBezTo>
                    <a:pt x="10375" y="41910"/>
                    <a:pt x="11645" y="39370"/>
                    <a:pt x="12915" y="38100"/>
                  </a:cubicBezTo>
                  <a:cubicBezTo>
                    <a:pt x="34505" y="35560"/>
                    <a:pt x="62550" y="30480"/>
                    <a:pt x="96820" y="29210"/>
                  </a:cubicBezTo>
                  <a:cubicBezTo>
                    <a:pt x="154651" y="25400"/>
                    <a:pt x="212482" y="22860"/>
                    <a:pt x="272455" y="20320"/>
                  </a:cubicBezTo>
                  <a:cubicBezTo>
                    <a:pt x="313150" y="17780"/>
                    <a:pt x="353846" y="16510"/>
                    <a:pt x="392400" y="13970"/>
                  </a:cubicBezTo>
                  <a:cubicBezTo>
                    <a:pt x="430954" y="11430"/>
                    <a:pt x="471649" y="8890"/>
                    <a:pt x="510203" y="8890"/>
                  </a:cubicBezTo>
                  <a:cubicBezTo>
                    <a:pt x="553041" y="7620"/>
                    <a:pt x="595879" y="10160"/>
                    <a:pt x="638716" y="8890"/>
                  </a:cubicBezTo>
                  <a:cubicBezTo>
                    <a:pt x="692263" y="8890"/>
                    <a:pt x="1662535" y="6350"/>
                    <a:pt x="1716082" y="5080"/>
                  </a:cubicBezTo>
                  <a:cubicBezTo>
                    <a:pt x="1767487" y="3810"/>
                    <a:pt x="1818893" y="2540"/>
                    <a:pt x="1872439" y="2540"/>
                  </a:cubicBezTo>
                  <a:cubicBezTo>
                    <a:pt x="1960257" y="1270"/>
                    <a:pt x="2045932" y="0"/>
                    <a:pt x="2133749" y="0"/>
                  </a:cubicBezTo>
                  <a:cubicBezTo>
                    <a:pt x="2170161" y="0"/>
                    <a:pt x="2208715" y="2540"/>
                    <a:pt x="2245127" y="2540"/>
                  </a:cubicBezTo>
                  <a:cubicBezTo>
                    <a:pt x="2345795" y="3810"/>
                    <a:pt x="2448605" y="5080"/>
                    <a:pt x="2549274" y="7620"/>
                  </a:cubicBezTo>
                  <a:cubicBezTo>
                    <a:pt x="2602821" y="8890"/>
                    <a:pt x="2656368" y="12700"/>
                    <a:pt x="2709915" y="16510"/>
                  </a:cubicBezTo>
                  <a:lnTo>
                    <a:pt x="2744384" y="16510"/>
                  </a:lnTo>
                  <a:cubicBezTo>
                    <a:pt x="2755814" y="17780"/>
                    <a:pt x="2764704" y="20320"/>
                    <a:pt x="2774864" y="21590"/>
                  </a:cubicBezTo>
                  <a:close/>
                  <a:moveTo>
                    <a:pt x="2785024" y="992084"/>
                  </a:moveTo>
                  <a:cubicBezTo>
                    <a:pt x="2786294" y="975574"/>
                    <a:pt x="2787564" y="962874"/>
                    <a:pt x="2787564" y="950174"/>
                  </a:cubicBezTo>
                  <a:cubicBezTo>
                    <a:pt x="2786294" y="908799"/>
                    <a:pt x="2785024" y="871084"/>
                    <a:pt x="2785024" y="830522"/>
                  </a:cubicBezTo>
                  <a:cubicBezTo>
                    <a:pt x="2785024" y="812020"/>
                    <a:pt x="2787564" y="793518"/>
                    <a:pt x="2786294" y="775016"/>
                  </a:cubicBezTo>
                  <a:cubicBezTo>
                    <a:pt x="2786294" y="757938"/>
                    <a:pt x="2785024" y="740148"/>
                    <a:pt x="2783754" y="723069"/>
                  </a:cubicBezTo>
                  <a:cubicBezTo>
                    <a:pt x="2778674" y="696739"/>
                    <a:pt x="2767244" y="151646"/>
                    <a:pt x="2767244" y="125317"/>
                  </a:cubicBezTo>
                  <a:cubicBezTo>
                    <a:pt x="2764704" y="103257"/>
                    <a:pt x="2762164" y="80485"/>
                    <a:pt x="2759624" y="58425"/>
                  </a:cubicBezTo>
                  <a:cubicBezTo>
                    <a:pt x="2758354" y="44450"/>
                    <a:pt x="2757084" y="43180"/>
                    <a:pt x="2739901" y="41910"/>
                  </a:cubicBezTo>
                  <a:cubicBezTo>
                    <a:pt x="2733475" y="41910"/>
                    <a:pt x="2729192" y="41910"/>
                    <a:pt x="2722766" y="40640"/>
                  </a:cubicBezTo>
                  <a:cubicBezTo>
                    <a:pt x="2669219" y="36830"/>
                    <a:pt x="2613530" y="31750"/>
                    <a:pt x="2559983" y="30480"/>
                  </a:cubicBezTo>
                  <a:cubicBezTo>
                    <a:pt x="2429329" y="26670"/>
                    <a:pt x="2296532" y="25400"/>
                    <a:pt x="2165877" y="22860"/>
                  </a:cubicBezTo>
                  <a:lnTo>
                    <a:pt x="2011662" y="22860"/>
                  </a:lnTo>
                  <a:cubicBezTo>
                    <a:pt x="1943121" y="22860"/>
                    <a:pt x="1874581" y="22860"/>
                    <a:pt x="1808183" y="24130"/>
                  </a:cubicBezTo>
                  <a:cubicBezTo>
                    <a:pt x="1750352" y="25400"/>
                    <a:pt x="775796" y="29210"/>
                    <a:pt x="717966" y="29210"/>
                  </a:cubicBezTo>
                  <a:cubicBezTo>
                    <a:pt x="623723" y="29210"/>
                    <a:pt x="529480" y="26670"/>
                    <a:pt x="435237" y="33020"/>
                  </a:cubicBezTo>
                  <a:cubicBezTo>
                    <a:pt x="385974" y="36830"/>
                    <a:pt x="338853" y="36830"/>
                    <a:pt x="291731" y="38100"/>
                  </a:cubicBezTo>
                  <a:cubicBezTo>
                    <a:pt x="210340" y="41910"/>
                    <a:pt x="128949" y="45720"/>
                    <a:pt x="47557" y="50800"/>
                  </a:cubicBezTo>
                  <a:cubicBezTo>
                    <a:pt x="33235" y="50800"/>
                    <a:pt x="30695" y="52732"/>
                    <a:pt x="29425" y="61272"/>
                  </a:cubicBezTo>
                  <a:cubicBezTo>
                    <a:pt x="28155" y="74081"/>
                    <a:pt x="28155" y="86890"/>
                    <a:pt x="26885" y="99699"/>
                  </a:cubicBezTo>
                  <a:cubicBezTo>
                    <a:pt x="25615" y="121047"/>
                    <a:pt x="23075" y="141684"/>
                    <a:pt x="21805" y="163032"/>
                  </a:cubicBezTo>
                  <a:cubicBezTo>
                    <a:pt x="16725" y="185803"/>
                    <a:pt x="23075" y="742282"/>
                    <a:pt x="25615" y="765054"/>
                  </a:cubicBezTo>
                  <a:cubicBezTo>
                    <a:pt x="25615" y="789249"/>
                    <a:pt x="25615" y="814155"/>
                    <a:pt x="26885" y="838350"/>
                  </a:cubicBezTo>
                  <a:cubicBezTo>
                    <a:pt x="26885" y="856140"/>
                    <a:pt x="29425" y="873930"/>
                    <a:pt x="29425" y="891720"/>
                  </a:cubicBezTo>
                  <a:cubicBezTo>
                    <a:pt x="29425" y="910934"/>
                    <a:pt x="29425" y="930147"/>
                    <a:pt x="28155" y="950174"/>
                  </a:cubicBezTo>
                  <a:lnTo>
                    <a:pt x="28155" y="960334"/>
                  </a:lnTo>
                  <a:cubicBezTo>
                    <a:pt x="28155" y="970494"/>
                    <a:pt x="31965" y="974304"/>
                    <a:pt x="40855" y="974304"/>
                  </a:cubicBezTo>
                  <a:cubicBezTo>
                    <a:pt x="66834" y="974304"/>
                    <a:pt x="96820" y="975574"/>
                    <a:pt x="124665" y="975574"/>
                  </a:cubicBezTo>
                  <a:cubicBezTo>
                    <a:pt x="165361" y="975574"/>
                    <a:pt x="208198" y="973034"/>
                    <a:pt x="248894" y="975574"/>
                  </a:cubicBezTo>
                  <a:cubicBezTo>
                    <a:pt x="315292" y="979384"/>
                    <a:pt x="381690" y="981924"/>
                    <a:pt x="448089" y="980654"/>
                  </a:cubicBezTo>
                  <a:cubicBezTo>
                    <a:pt x="490926" y="979384"/>
                    <a:pt x="531622" y="981924"/>
                    <a:pt x="574460" y="981924"/>
                  </a:cubicBezTo>
                  <a:cubicBezTo>
                    <a:pt x="636574" y="981924"/>
                    <a:pt x="698689" y="980654"/>
                    <a:pt x="760803" y="981924"/>
                  </a:cubicBezTo>
                  <a:cubicBezTo>
                    <a:pt x="852904" y="983194"/>
                    <a:pt x="1863872" y="973034"/>
                    <a:pt x="1958115" y="975574"/>
                  </a:cubicBezTo>
                  <a:cubicBezTo>
                    <a:pt x="1998810" y="976844"/>
                    <a:pt x="2039506" y="978114"/>
                    <a:pt x="2078060" y="978114"/>
                  </a:cubicBezTo>
                  <a:cubicBezTo>
                    <a:pt x="2148742" y="980654"/>
                    <a:pt x="2217282" y="976844"/>
                    <a:pt x="2287965" y="980654"/>
                  </a:cubicBezTo>
                  <a:cubicBezTo>
                    <a:pt x="2345795" y="983194"/>
                    <a:pt x="2403626" y="983194"/>
                    <a:pt x="2461457" y="985734"/>
                  </a:cubicBezTo>
                  <a:cubicBezTo>
                    <a:pt x="2547132" y="989544"/>
                    <a:pt x="2632807" y="992084"/>
                    <a:pt x="2718482" y="993354"/>
                  </a:cubicBezTo>
                  <a:cubicBezTo>
                    <a:pt x="2746924" y="993354"/>
                    <a:pt x="2764704" y="992084"/>
                    <a:pt x="2785024" y="992084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17797" name="Group 92">
            <a:extLst>
              <a:ext uri="{FF2B5EF4-FFF2-40B4-BE49-F238E27FC236}">
                <a16:creationId xmlns:a16="http://schemas.microsoft.com/office/drawing/2014/main" id="{742D0FA9-3077-3498-2A82-7051245D729A}"/>
              </a:ext>
            </a:extLst>
          </p:cNvPr>
          <p:cNvGrpSpPr/>
          <p:nvPr/>
        </p:nvGrpSpPr>
        <p:grpSpPr>
          <a:xfrm>
            <a:off x="1318118" y="1738616"/>
            <a:ext cx="2424219" cy="526497"/>
            <a:chOff x="0" y="0"/>
            <a:chExt cx="3013802" cy="654544"/>
          </a:xfrm>
        </p:grpSpPr>
        <p:sp>
          <p:nvSpPr>
            <p:cNvPr id="17798" name="Freeform 93">
              <a:extLst>
                <a:ext uri="{FF2B5EF4-FFF2-40B4-BE49-F238E27FC236}">
                  <a16:creationId xmlns:a16="http://schemas.microsoft.com/office/drawing/2014/main" id="{31B80077-792D-DAFA-8A03-A2C6F94F03A7}"/>
                </a:ext>
              </a:extLst>
            </p:cNvPr>
            <p:cNvSpPr/>
            <p:nvPr/>
          </p:nvSpPr>
          <p:spPr>
            <a:xfrm>
              <a:off x="40019" y="45156"/>
              <a:ext cx="2973783" cy="608683"/>
            </a:xfrm>
            <a:custGeom>
              <a:avLst/>
              <a:gdLst/>
              <a:ahLst/>
              <a:cxnLst/>
              <a:rect l="l" t="t" r="r" b="b"/>
              <a:pathLst>
                <a:path w="2973783" h="608683">
                  <a:moveTo>
                    <a:pt x="621" y="578908"/>
                  </a:moveTo>
                  <a:cubicBezTo>
                    <a:pt x="-1919" y="587798"/>
                    <a:pt x="3161" y="594148"/>
                    <a:pt x="18955" y="595418"/>
                  </a:cubicBezTo>
                  <a:cubicBezTo>
                    <a:pt x="37165" y="596688"/>
                    <a:pt x="53099" y="596688"/>
                    <a:pt x="71309" y="596688"/>
                  </a:cubicBezTo>
                  <a:cubicBezTo>
                    <a:pt x="144150" y="597958"/>
                    <a:pt x="216992" y="597958"/>
                    <a:pt x="292109" y="599228"/>
                  </a:cubicBezTo>
                  <a:cubicBezTo>
                    <a:pt x="333082" y="600498"/>
                    <a:pt x="374055" y="601768"/>
                    <a:pt x="412752" y="603038"/>
                  </a:cubicBezTo>
                  <a:cubicBezTo>
                    <a:pt x="481041" y="604308"/>
                    <a:pt x="547053" y="604308"/>
                    <a:pt x="615342" y="605578"/>
                  </a:cubicBezTo>
                  <a:cubicBezTo>
                    <a:pt x="642657" y="605578"/>
                    <a:pt x="667696" y="605578"/>
                    <a:pt x="695012" y="604308"/>
                  </a:cubicBezTo>
                  <a:cubicBezTo>
                    <a:pt x="706393" y="604308"/>
                    <a:pt x="720051" y="603038"/>
                    <a:pt x="731433" y="603038"/>
                  </a:cubicBezTo>
                  <a:cubicBezTo>
                    <a:pt x="776958" y="604308"/>
                    <a:pt x="1687473" y="595418"/>
                    <a:pt x="1732999" y="596688"/>
                  </a:cubicBezTo>
                  <a:cubicBezTo>
                    <a:pt x="1796735" y="597958"/>
                    <a:pt x="1972009" y="597958"/>
                    <a:pt x="2035745" y="597958"/>
                  </a:cubicBezTo>
                  <a:cubicBezTo>
                    <a:pt x="2060785" y="597958"/>
                    <a:pt x="2083548" y="596688"/>
                    <a:pt x="2108587" y="596688"/>
                  </a:cubicBezTo>
                  <a:lnTo>
                    <a:pt x="2231506" y="600498"/>
                  </a:lnTo>
                  <a:cubicBezTo>
                    <a:pt x="2320281" y="603038"/>
                    <a:pt x="2406780" y="600498"/>
                    <a:pt x="2495555" y="604308"/>
                  </a:cubicBezTo>
                  <a:cubicBezTo>
                    <a:pt x="2643514" y="609388"/>
                    <a:pt x="2793749" y="603038"/>
                    <a:pt x="2910283" y="608118"/>
                  </a:cubicBezTo>
                  <a:cubicBezTo>
                    <a:pt x="2930603" y="609388"/>
                    <a:pt x="2950923" y="608118"/>
                    <a:pt x="2973783" y="608118"/>
                  </a:cubicBezTo>
                  <a:lnTo>
                    <a:pt x="2973783" y="548428"/>
                  </a:lnTo>
                  <a:cubicBezTo>
                    <a:pt x="2972513" y="508281"/>
                    <a:pt x="2971243" y="488729"/>
                    <a:pt x="2971243" y="467954"/>
                  </a:cubicBezTo>
                  <a:cubicBezTo>
                    <a:pt x="2971243" y="443921"/>
                    <a:pt x="2975053" y="419480"/>
                    <a:pt x="2968703" y="395446"/>
                  </a:cubicBezTo>
                  <a:cubicBezTo>
                    <a:pt x="2961083" y="379560"/>
                    <a:pt x="2949653" y="66310"/>
                    <a:pt x="2949653" y="50424"/>
                  </a:cubicBezTo>
                  <a:cubicBezTo>
                    <a:pt x="2947113" y="39426"/>
                    <a:pt x="2945843" y="28020"/>
                    <a:pt x="2943303" y="17022"/>
                  </a:cubicBezTo>
                  <a:cubicBezTo>
                    <a:pt x="2943303" y="13763"/>
                    <a:pt x="2942033" y="10504"/>
                    <a:pt x="2940763" y="5644"/>
                  </a:cubicBezTo>
                  <a:cubicBezTo>
                    <a:pt x="2930603" y="3104"/>
                    <a:pt x="2921713" y="1834"/>
                    <a:pt x="2911553" y="564"/>
                  </a:cubicBezTo>
                  <a:cubicBezTo>
                    <a:pt x="2903933" y="-706"/>
                    <a:pt x="2896313" y="564"/>
                    <a:pt x="2889963" y="564"/>
                  </a:cubicBezTo>
                  <a:lnTo>
                    <a:pt x="7573" y="5644"/>
                  </a:lnTo>
                  <a:lnTo>
                    <a:pt x="621" y="578908"/>
                  </a:lnTo>
                  <a:close/>
                </a:path>
              </a:pathLst>
            </a:custGeom>
            <a:solidFill>
              <a:srgbClr val="FCFCF8"/>
            </a:solidFill>
          </p:spPr>
          <p:txBody>
            <a:bodyPr/>
            <a:lstStyle/>
            <a:p>
              <a:endParaRPr lang="en-AU"/>
            </a:p>
          </p:txBody>
        </p:sp>
        <p:sp>
          <p:nvSpPr>
            <p:cNvPr id="17799" name="Freeform 94">
              <a:extLst>
                <a:ext uri="{FF2B5EF4-FFF2-40B4-BE49-F238E27FC236}">
                  <a16:creationId xmlns:a16="http://schemas.microsoft.com/office/drawing/2014/main" id="{2161EAEF-D92D-19EA-B81E-F93101D9BD5D}"/>
                </a:ext>
              </a:extLst>
            </p:cNvPr>
            <p:cNvSpPr/>
            <p:nvPr/>
          </p:nvSpPr>
          <p:spPr>
            <a:xfrm>
              <a:off x="11430" y="16510"/>
              <a:ext cx="2952842" cy="599934"/>
            </a:xfrm>
            <a:custGeom>
              <a:avLst/>
              <a:gdLst/>
              <a:ahLst/>
              <a:cxnLst/>
              <a:rect l="l" t="t" r="r" b="b"/>
              <a:pathLst>
                <a:path w="2952842" h="599934">
                  <a:moveTo>
                    <a:pt x="2952842" y="599934"/>
                  </a:moveTo>
                  <a:lnTo>
                    <a:pt x="0" y="592314"/>
                  </a:lnTo>
                  <a:lnTo>
                    <a:pt x="0" y="215938"/>
                  </a:lnTo>
                  <a:lnTo>
                    <a:pt x="7620" y="20320"/>
                  </a:lnTo>
                  <a:lnTo>
                    <a:pt x="1477052" y="0"/>
                  </a:lnTo>
                  <a:lnTo>
                    <a:pt x="2931252" y="8890"/>
                  </a:lnTo>
                  <a:close/>
                </a:path>
              </a:pathLst>
            </a:custGeom>
            <a:solidFill>
              <a:srgbClr val="9CF2FE"/>
            </a:solidFill>
          </p:spPr>
          <p:txBody>
            <a:bodyPr/>
            <a:lstStyle/>
            <a:p>
              <a:endParaRPr lang="en-AU" dirty="0"/>
            </a:p>
          </p:txBody>
        </p:sp>
        <p:sp>
          <p:nvSpPr>
            <p:cNvPr id="17800" name="Freeform 95">
              <a:extLst>
                <a:ext uri="{FF2B5EF4-FFF2-40B4-BE49-F238E27FC236}">
                  <a16:creationId xmlns:a16="http://schemas.microsoft.com/office/drawing/2014/main" id="{086736CC-28A5-5080-3146-CB037A95B0DC}"/>
                </a:ext>
              </a:extLst>
            </p:cNvPr>
            <p:cNvSpPr/>
            <p:nvPr/>
          </p:nvSpPr>
          <p:spPr>
            <a:xfrm>
              <a:off x="-215" y="0"/>
              <a:ext cx="2977187" cy="625899"/>
            </a:xfrm>
            <a:custGeom>
              <a:avLst/>
              <a:gdLst/>
              <a:ahLst/>
              <a:cxnLst/>
              <a:rect l="l" t="t" r="r" b="b"/>
              <a:pathLst>
                <a:path w="2977187" h="625899">
                  <a:moveTo>
                    <a:pt x="2944167" y="21590"/>
                  </a:moveTo>
                  <a:cubicBezTo>
                    <a:pt x="2945437" y="34290"/>
                    <a:pt x="2945437" y="44450"/>
                    <a:pt x="2946707" y="52809"/>
                  </a:cubicBezTo>
                  <a:cubicBezTo>
                    <a:pt x="2949247" y="63807"/>
                    <a:pt x="2950517" y="75213"/>
                    <a:pt x="2953057" y="86211"/>
                  </a:cubicBezTo>
                  <a:cubicBezTo>
                    <a:pt x="2953057" y="102098"/>
                    <a:pt x="2965757" y="415347"/>
                    <a:pt x="2972107" y="431233"/>
                  </a:cubicBezTo>
                  <a:cubicBezTo>
                    <a:pt x="2978457" y="455267"/>
                    <a:pt x="2974647" y="479708"/>
                    <a:pt x="2974647" y="503741"/>
                  </a:cubicBezTo>
                  <a:cubicBezTo>
                    <a:pt x="2974647" y="524923"/>
                    <a:pt x="2975917" y="544476"/>
                    <a:pt x="2977187" y="565644"/>
                  </a:cubicBezTo>
                  <a:lnTo>
                    <a:pt x="2977187" y="625334"/>
                  </a:lnTo>
                  <a:cubicBezTo>
                    <a:pt x="2954327" y="625334"/>
                    <a:pt x="2934007" y="626604"/>
                    <a:pt x="2913687" y="625334"/>
                  </a:cubicBezTo>
                  <a:cubicBezTo>
                    <a:pt x="2767971" y="620254"/>
                    <a:pt x="2617736" y="626604"/>
                    <a:pt x="2469777" y="621524"/>
                  </a:cubicBezTo>
                  <a:cubicBezTo>
                    <a:pt x="2381002" y="617714"/>
                    <a:pt x="2294503" y="620254"/>
                    <a:pt x="2205728" y="617714"/>
                  </a:cubicBezTo>
                  <a:lnTo>
                    <a:pt x="2082808" y="613904"/>
                  </a:lnTo>
                  <a:cubicBezTo>
                    <a:pt x="2057769" y="613904"/>
                    <a:pt x="2035006" y="615174"/>
                    <a:pt x="2009967" y="615174"/>
                  </a:cubicBezTo>
                  <a:cubicBezTo>
                    <a:pt x="1946231" y="613904"/>
                    <a:pt x="1770957" y="615174"/>
                    <a:pt x="1707221" y="613904"/>
                  </a:cubicBezTo>
                  <a:cubicBezTo>
                    <a:pt x="1661695" y="612634"/>
                    <a:pt x="751180" y="621524"/>
                    <a:pt x="705654" y="620254"/>
                  </a:cubicBezTo>
                  <a:cubicBezTo>
                    <a:pt x="694273" y="620254"/>
                    <a:pt x="680615" y="621524"/>
                    <a:pt x="669234" y="621524"/>
                  </a:cubicBezTo>
                  <a:cubicBezTo>
                    <a:pt x="641918" y="621524"/>
                    <a:pt x="616879" y="622794"/>
                    <a:pt x="589564" y="622794"/>
                  </a:cubicBezTo>
                  <a:cubicBezTo>
                    <a:pt x="521275" y="622794"/>
                    <a:pt x="455263" y="621524"/>
                    <a:pt x="386974" y="620254"/>
                  </a:cubicBezTo>
                  <a:cubicBezTo>
                    <a:pt x="346001" y="618984"/>
                    <a:pt x="305028" y="617714"/>
                    <a:pt x="266331" y="616444"/>
                  </a:cubicBezTo>
                  <a:cubicBezTo>
                    <a:pt x="193490" y="615174"/>
                    <a:pt x="120648" y="613904"/>
                    <a:pt x="45531" y="613904"/>
                  </a:cubicBezTo>
                  <a:cubicBezTo>
                    <a:pt x="34505" y="613904"/>
                    <a:pt x="25615" y="613904"/>
                    <a:pt x="15455" y="612634"/>
                  </a:cubicBezTo>
                  <a:cubicBezTo>
                    <a:pt x="6565" y="611364"/>
                    <a:pt x="1485" y="605014"/>
                    <a:pt x="4025" y="596124"/>
                  </a:cubicBezTo>
                  <a:cubicBezTo>
                    <a:pt x="12915" y="564843"/>
                    <a:pt x="9105" y="554659"/>
                    <a:pt x="7835" y="544068"/>
                  </a:cubicBezTo>
                  <a:cubicBezTo>
                    <a:pt x="6565" y="522479"/>
                    <a:pt x="2755" y="501297"/>
                    <a:pt x="4025" y="479708"/>
                  </a:cubicBezTo>
                  <a:cubicBezTo>
                    <a:pt x="1485" y="452823"/>
                    <a:pt x="-3595" y="120021"/>
                    <a:pt x="4025" y="92729"/>
                  </a:cubicBezTo>
                  <a:cubicBezTo>
                    <a:pt x="5295" y="87433"/>
                    <a:pt x="4025" y="81730"/>
                    <a:pt x="5295" y="76435"/>
                  </a:cubicBezTo>
                  <a:cubicBezTo>
                    <a:pt x="6565" y="67880"/>
                    <a:pt x="9105" y="58511"/>
                    <a:pt x="10375" y="44450"/>
                  </a:cubicBezTo>
                  <a:cubicBezTo>
                    <a:pt x="10375" y="41910"/>
                    <a:pt x="11645" y="39370"/>
                    <a:pt x="12915" y="38100"/>
                  </a:cubicBezTo>
                  <a:cubicBezTo>
                    <a:pt x="34505" y="35560"/>
                    <a:pt x="63741" y="30480"/>
                    <a:pt x="100162" y="29210"/>
                  </a:cubicBezTo>
                  <a:cubicBezTo>
                    <a:pt x="161622" y="25400"/>
                    <a:pt x="223081" y="22860"/>
                    <a:pt x="286817" y="20320"/>
                  </a:cubicBezTo>
                  <a:cubicBezTo>
                    <a:pt x="330067" y="17780"/>
                    <a:pt x="373316" y="16510"/>
                    <a:pt x="414289" y="13970"/>
                  </a:cubicBezTo>
                  <a:cubicBezTo>
                    <a:pt x="455263" y="11430"/>
                    <a:pt x="498512" y="8890"/>
                    <a:pt x="539485" y="8890"/>
                  </a:cubicBezTo>
                  <a:cubicBezTo>
                    <a:pt x="585011" y="7620"/>
                    <a:pt x="630537" y="10160"/>
                    <a:pt x="676063" y="8890"/>
                  </a:cubicBezTo>
                  <a:cubicBezTo>
                    <a:pt x="732970" y="8890"/>
                    <a:pt x="1764128" y="6350"/>
                    <a:pt x="1821035" y="5080"/>
                  </a:cubicBezTo>
                  <a:cubicBezTo>
                    <a:pt x="1875666" y="3810"/>
                    <a:pt x="1930297" y="2540"/>
                    <a:pt x="1987204" y="2540"/>
                  </a:cubicBezTo>
                  <a:cubicBezTo>
                    <a:pt x="2080532" y="1270"/>
                    <a:pt x="2171583" y="0"/>
                    <a:pt x="2264911" y="0"/>
                  </a:cubicBezTo>
                  <a:cubicBezTo>
                    <a:pt x="2303608" y="0"/>
                    <a:pt x="2344581" y="2540"/>
                    <a:pt x="2383278" y="2540"/>
                  </a:cubicBezTo>
                  <a:cubicBezTo>
                    <a:pt x="2490264" y="3810"/>
                    <a:pt x="2599525" y="5080"/>
                    <a:pt x="2706511" y="7620"/>
                  </a:cubicBezTo>
                  <a:cubicBezTo>
                    <a:pt x="2763418" y="8890"/>
                    <a:pt x="2820325" y="12700"/>
                    <a:pt x="2877233" y="16510"/>
                  </a:cubicBezTo>
                  <a:lnTo>
                    <a:pt x="2913687" y="16510"/>
                  </a:lnTo>
                  <a:cubicBezTo>
                    <a:pt x="2925117" y="17780"/>
                    <a:pt x="2934007" y="20320"/>
                    <a:pt x="2944167" y="21590"/>
                  </a:cubicBezTo>
                  <a:close/>
                  <a:moveTo>
                    <a:pt x="2954327" y="608824"/>
                  </a:moveTo>
                  <a:cubicBezTo>
                    <a:pt x="2955597" y="592314"/>
                    <a:pt x="2956867" y="579614"/>
                    <a:pt x="2956867" y="566914"/>
                  </a:cubicBezTo>
                  <a:cubicBezTo>
                    <a:pt x="2955597" y="542439"/>
                    <a:pt x="2954327" y="520850"/>
                    <a:pt x="2954327" y="497631"/>
                  </a:cubicBezTo>
                  <a:cubicBezTo>
                    <a:pt x="2954327" y="487040"/>
                    <a:pt x="2956867" y="476449"/>
                    <a:pt x="2955597" y="465858"/>
                  </a:cubicBezTo>
                  <a:cubicBezTo>
                    <a:pt x="2955597" y="456082"/>
                    <a:pt x="2954327" y="445898"/>
                    <a:pt x="2953057" y="436122"/>
                  </a:cubicBezTo>
                  <a:cubicBezTo>
                    <a:pt x="2947977" y="421050"/>
                    <a:pt x="2936547" y="109022"/>
                    <a:pt x="2936547" y="93951"/>
                  </a:cubicBezTo>
                  <a:cubicBezTo>
                    <a:pt x="2934007" y="81323"/>
                    <a:pt x="2931467" y="68288"/>
                    <a:pt x="2928927" y="55660"/>
                  </a:cubicBezTo>
                  <a:cubicBezTo>
                    <a:pt x="2927657" y="44450"/>
                    <a:pt x="2926387" y="43180"/>
                    <a:pt x="2909101" y="41910"/>
                  </a:cubicBezTo>
                  <a:cubicBezTo>
                    <a:pt x="2902272" y="41910"/>
                    <a:pt x="2897719" y="41910"/>
                    <a:pt x="2890890" y="40640"/>
                  </a:cubicBezTo>
                  <a:cubicBezTo>
                    <a:pt x="2833983" y="36830"/>
                    <a:pt x="2774800" y="31750"/>
                    <a:pt x="2717893" y="30480"/>
                  </a:cubicBezTo>
                  <a:cubicBezTo>
                    <a:pt x="2579039" y="26670"/>
                    <a:pt x="2437909" y="25400"/>
                    <a:pt x="2299055" y="22860"/>
                  </a:cubicBezTo>
                  <a:lnTo>
                    <a:pt x="2135163" y="22860"/>
                  </a:lnTo>
                  <a:cubicBezTo>
                    <a:pt x="2062322" y="22860"/>
                    <a:pt x="1989480" y="22860"/>
                    <a:pt x="1918916" y="24130"/>
                  </a:cubicBezTo>
                  <a:cubicBezTo>
                    <a:pt x="1857456" y="25400"/>
                    <a:pt x="821745" y="29210"/>
                    <a:pt x="760285" y="29210"/>
                  </a:cubicBezTo>
                  <a:cubicBezTo>
                    <a:pt x="660128" y="29210"/>
                    <a:pt x="559972" y="26670"/>
                    <a:pt x="459815" y="33020"/>
                  </a:cubicBezTo>
                  <a:cubicBezTo>
                    <a:pt x="407461" y="36830"/>
                    <a:pt x="357382" y="36830"/>
                    <a:pt x="307304" y="38100"/>
                  </a:cubicBezTo>
                  <a:cubicBezTo>
                    <a:pt x="220805" y="41910"/>
                    <a:pt x="134306" y="45720"/>
                    <a:pt x="47807" y="50800"/>
                  </a:cubicBezTo>
                  <a:cubicBezTo>
                    <a:pt x="33235" y="50800"/>
                    <a:pt x="30695" y="52401"/>
                    <a:pt x="29425" y="57289"/>
                  </a:cubicBezTo>
                  <a:cubicBezTo>
                    <a:pt x="28155" y="64622"/>
                    <a:pt x="28155" y="71954"/>
                    <a:pt x="26885" y="79286"/>
                  </a:cubicBezTo>
                  <a:cubicBezTo>
                    <a:pt x="25615" y="91507"/>
                    <a:pt x="23075" y="103320"/>
                    <a:pt x="21805" y="115540"/>
                  </a:cubicBezTo>
                  <a:cubicBezTo>
                    <a:pt x="16725" y="128575"/>
                    <a:pt x="23075" y="447120"/>
                    <a:pt x="25615" y="460155"/>
                  </a:cubicBezTo>
                  <a:cubicBezTo>
                    <a:pt x="25615" y="474005"/>
                    <a:pt x="25615" y="488262"/>
                    <a:pt x="26885" y="502112"/>
                  </a:cubicBezTo>
                  <a:cubicBezTo>
                    <a:pt x="26885" y="512295"/>
                    <a:pt x="29425" y="522479"/>
                    <a:pt x="29425" y="532663"/>
                  </a:cubicBezTo>
                  <a:cubicBezTo>
                    <a:pt x="29425" y="543661"/>
                    <a:pt x="29425" y="554659"/>
                    <a:pt x="28155" y="566914"/>
                  </a:cubicBezTo>
                  <a:lnTo>
                    <a:pt x="28155" y="577074"/>
                  </a:lnTo>
                  <a:cubicBezTo>
                    <a:pt x="28155" y="587234"/>
                    <a:pt x="31965" y="591044"/>
                    <a:pt x="40855" y="591044"/>
                  </a:cubicBezTo>
                  <a:cubicBezTo>
                    <a:pt x="68294" y="591044"/>
                    <a:pt x="100162" y="592314"/>
                    <a:pt x="129753" y="592314"/>
                  </a:cubicBezTo>
                  <a:cubicBezTo>
                    <a:pt x="173003" y="592314"/>
                    <a:pt x="218529" y="589774"/>
                    <a:pt x="261778" y="592314"/>
                  </a:cubicBezTo>
                  <a:cubicBezTo>
                    <a:pt x="332343" y="596124"/>
                    <a:pt x="402908" y="598664"/>
                    <a:pt x="473473" y="597394"/>
                  </a:cubicBezTo>
                  <a:cubicBezTo>
                    <a:pt x="518999" y="596124"/>
                    <a:pt x="562248" y="598664"/>
                    <a:pt x="607774" y="598664"/>
                  </a:cubicBezTo>
                  <a:cubicBezTo>
                    <a:pt x="673786" y="598664"/>
                    <a:pt x="739799" y="597394"/>
                    <a:pt x="805811" y="598664"/>
                  </a:cubicBezTo>
                  <a:cubicBezTo>
                    <a:pt x="903691" y="599934"/>
                    <a:pt x="1978099" y="589774"/>
                    <a:pt x="2078256" y="592314"/>
                  </a:cubicBezTo>
                  <a:cubicBezTo>
                    <a:pt x="2121505" y="593584"/>
                    <a:pt x="2164755" y="594854"/>
                    <a:pt x="2205728" y="594854"/>
                  </a:cubicBezTo>
                  <a:cubicBezTo>
                    <a:pt x="2280845" y="597394"/>
                    <a:pt x="2353686" y="593584"/>
                    <a:pt x="2428804" y="597394"/>
                  </a:cubicBezTo>
                  <a:cubicBezTo>
                    <a:pt x="2490264" y="599934"/>
                    <a:pt x="2551723" y="599934"/>
                    <a:pt x="2613183" y="602474"/>
                  </a:cubicBezTo>
                  <a:cubicBezTo>
                    <a:pt x="2704235" y="606284"/>
                    <a:pt x="2795286" y="608824"/>
                    <a:pt x="2886338" y="610094"/>
                  </a:cubicBezTo>
                  <a:cubicBezTo>
                    <a:pt x="2916227" y="610094"/>
                    <a:pt x="2934007" y="608824"/>
                    <a:pt x="2954327" y="608824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17801" name="Group 96">
            <a:extLst>
              <a:ext uri="{FF2B5EF4-FFF2-40B4-BE49-F238E27FC236}">
                <a16:creationId xmlns:a16="http://schemas.microsoft.com/office/drawing/2014/main" id="{1841BCD4-33BE-E59A-63F0-601EBA68EBBC}"/>
              </a:ext>
            </a:extLst>
          </p:cNvPr>
          <p:cNvGrpSpPr/>
          <p:nvPr/>
        </p:nvGrpSpPr>
        <p:grpSpPr>
          <a:xfrm>
            <a:off x="1710792" y="2547915"/>
            <a:ext cx="1505859" cy="299114"/>
            <a:chOff x="0" y="0"/>
            <a:chExt cx="1871211" cy="371685"/>
          </a:xfrm>
        </p:grpSpPr>
        <p:sp>
          <p:nvSpPr>
            <p:cNvPr id="17802" name="Freeform 97">
              <a:extLst>
                <a:ext uri="{FF2B5EF4-FFF2-40B4-BE49-F238E27FC236}">
                  <a16:creationId xmlns:a16="http://schemas.microsoft.com/office/drawing/2014/main" id="{BF2AF506-9800-0740-6F38-43EB99E5712F}"/>
                </a:ext>
              </a:extLst>
            </p:cNvPr>
            <p:cNvSpPr/>
            <p:nvPr/>
          </p:nvSpPr>
          <p:spPr>
            <a:xfrm>
              <a:off x="39990" y="45156"/>
              <a:ext cx="1831221" cy="325824"/>
            </a:xfrm>
            <a:custGeom>
              <a:avLst/>
              <a:gdLst/>
              <a:ahLst/>
              <a:cxnLst/>
              <a:rect l="l" t="t" r="r" b="b"/>
              <a:pathLst>
                <a:path w="1831221" h="325824">
                  <a:moveTo>
                    <a:pt x="650" y="296049"/>
                  </a:moveTo>
                  <a:cubicBezTo>
                    <a:pt x="-1890" y="304939"/>
                    <a:pt x="3190" y="311289"/>
                    <a:pt x="12761" y="312559"/>
                  </a:cubicBezTo>
                  <a:cubicBezTo>
                    <a:pt x="23714" y="313829"/>
                    <a:pt x="33299" y="313829"/>
                    <a:pt x="44252" y="313829"/>
                  </a:cubicBezTo>
                  <a:cubicBezTo>
                    <a:pt x="88067" y="315099"/>
                    <a:pt x="131881" y="315099"/>
                    <a:pt x="177065" y="316369"/>
                  </a:cubicBezTo>
                  <a:cubicBezTo>
                    <a:pt x="201711" y="317639"/>
                    <a:pt x="226356" y="318909"/>
                    <a:pt x="249633" y="320179"/>
                  </a:cubicBezTo>
                  <a:cubicBezTo>
                    <a:pt x="290709" y="321449"/>
                    <a:pt x="330416" y="321449"/>
                    <a:pt x="371492" y="322719"/>
                  </a:cubicBezTo>
                  <a:cubicBezTo>
                    <a:pt x="387923" y="322719"/>
                    <a:pt x="402984" y="322719"/>
                    <a:pt x="419414" y="321449"/>
                  </a:cubicBezTo>
                  <a:cubicBezTo>
                    <a:pt x="426260" y="321449"/>
                    <a:pt x="434476" y="320179"/>
                    <a:pt x="441322" y="320179"/>
                  </a:cubicBezTo>
                  <a:cubicBezTo>
                    <a:pt x="468706" y="321449"/>
                    <a:pt x="1016387" y="312559"/>
                    <a:pt x="1043772" y="313829"/>
                  </a:cubicBezTo>
                  <a:cubicBezTo>
                    <a:pt x="1082109" y="315099"/>
                    <a:pt x="1187538" y="315099"/>
                    <a:pt x="1225876" y="315099"/>
                  </a:cubicBezTo>
                  <a:cubicBezTo>
                    <a:pt x="1240937" y="315099"/>
                    <a:pt x="1254629" y="313829"/>
                    <a:pt x="1269690" y="313829"/>
                  </a:cubicBezTo>
                  <a:lnTo>
                    <a:pt x="1343627" y="317639"/>
                  </a:lnTo>
                  <a:cubicBezTo>
                    <a:pt x="1397026" y="320179"/>
                    <a:pt x="1449056" y="317639"/>
                    <a:pt x="1502455" y="321449"/>
                  </a:cubicBezTo>
                  <a:cubicBezTo>
                    <a:pt x="1591453" y="326529"/>
                    <a:pt x="1681821" y="320179"/>
                    <a:pt x="1767721" y="325259"/>
                  </a:cubicBezTo>
                  <a:cubicBezTo>
                    <a:pt x="1788041" y="326529"/>
                    <a:pt x="1808361" y="325259"/>
                    <a:pt x="1831221" y="325259"/>
                  </a:cubicBezTo>
                  <a:lnTo>
                    <a:pt x="1831221" y="265569"/>
                  </a:lnTo>
                  <a:cubicBezTo>
                    <a:pt x="1829951" y="231832"/>
                    <a:pt x="1828681" y="223058"/>
                    <a:pt x="1828681" y="213736"/>
                  </a:cubicBezTo>
                  <a:cubicBezTo>
                    <a:pt x="1828681" y="202951"/>
                    <a:pt x="1832491" y="191984"/>
                    <a:pt x="1826141" y="181199"/>
                  </a:cubicBezTo>
                  <a:cubicBezTo>
                    <a:pt x="1818521" y="174070"/>
                    <a:pt x="1807091" y="33505"/>
                    <a:pt x="1807091" y="26377"/>
                  </a:cubicBezTo>
                  <a:cubicBezTo>
                    <a:pt x="1804551" y="21441"/>
                    <a:pt x="1803281" y="16323"/>
                    <a:pt x="1800741" y="11388"/>
                  </a:cubicBezTo>
                  <a:cubicBezTo>
                    <a:pt x="1800741" y="9926"/>
                    <a:pt x="1799471" y="8463"/>
                    <a:pt x="1798201" y="5644"/>
                  </a:cubicBezTo>
                  <a:cubicBezTo>
                    <a:pt x="1788041" y="3104"/>
                    <a:pt x="1779151" y="1834"/>
                    <a:pt x="1768991" y="564"/>
                  </a:cubicBezTo>
                  <a:cubicBezTo>
                    <a:pt x="1761371" y="-706"/>
                    <a:pt x="1753751" y="564"/>
                    <a:pt x="1747401" y="564"/>
                  </a:cubicBezTo>
                  <a:lnTo>
                    <a:pt x="5915" y="5644"/>
                  </a:lnTo>
                  <a:lnTo>
                    <a:pt x="650" y="296049"/>
                  </a:lnTo>
                  <a:close/>
                </a:path>
              </a:pathLst>
            </a:custGeom>
            <a:solidFill>
              <a:srgbClr val="FCFCF8"/>
            </a:solidFill>
          </p:spPr>
          <p:txBody>
            <a:bodyPr/>
            <a:lstStyle/>
            <a:p>
              <a:endParaRPr lang="en-AU"/>
            </a:p>
          </p:txBody>
        </p:sp>
        <p:sp>
          <p:nvSpPr>
            <p:cNvPr id="17803" name="Freeform 98">
              <a:extLst>
                <a:ext uri="{FF2B5EF4-FFF2-40B4-BE49-F238E27FC236}">
                  <a16:creationId xmlns:a16="http://schemas.microsoft.com/office/drawing/2014/main" id="{3DAFDEA2-6686-440A-8A89-19E16FF0E627}"/>
                </a:ext>
              </a:extLst>
            </p:cNvPr>
            <p:cNvSpPr/>
            <p:nvPr/>
          </p:nvSpPr>
          <p:spPr>
            <a:xfrm>
              <a:off x="11430" y="16510"/>
              <a:ext cx="1810251" cy="317075"/>
            </a:xfrm>
            <a:custGeom>
              <a:avLst/>
              <a:gdLst/>
              <a:ahLst/>
              <a:cxnLst/>
              <a:rect l="l" t="t" r="r" b="b"/>
              <a:pathLst>
                <a:path w="1810251" h="317075">
                  <a:moveTo>
                    <a:pt x="1810251" y="317075"/>
                  </a:moveTo>
                  <a:lnTo>
                    <a:pt x="0" y="309455"/>
                  </a:lnTo>
                  <a:lnTo>
                    <a:pt x="0" y="116440"/>
                  </a:lnTo>
                  <a:lnTo>
                    <a:pt x="7620" y="20320"/>
                  </a:lnTo>
                  <a:lnTo>
                    <a:pt x="901181" y="0"/>
                  </a:lnTo>
                  <a:lnTo>
                    <a:pt x="1788661" y="8890"/>
                  </a:lnTo>
                  <a:close/>
                </a:path>
              </a:pathLst>
            </a:custGeom>
            <a:solidFill>
              <a:srgbClr val="9CF2FE"/>
            </a:solidFill>
          </p:spPr>
          <p:txBody>
            <a:bodyPr/>
            <a:lstStyle/>
            <a:p>
              <a:endParaRPr lang="en-AU" dirty="0"/>
            </a:p>
          </p:txBody>
        </p:sp>
        <p:sp>
          <p:nvSpPr>
            <p:cNvPr id="17804" name="Freeform 99">
              <a:extLst>
                <a:ext uri="{FF2B5EF4-FFF2-40B4-BE49-F238E27FC236}">
                  <a16:creationId xmlns:a16="http://schemas.microsoft.com/office/drawing/2014/main" id="{445EFC5B-7B37-B2ED-F654-9E6FA35F38C3}"/>
                </a:ext>
              </a:extLst>
            </p:cNvPr>
            <p:cNvSpPr/>
            <p:nvPr/>
          </p:nvSpPr>
          <p:spPr>
            <a:xfrm>
              <a:off x="-215" y="0"/>
              <a:ext cx="1834596" cy="343039"/>
            </a:xfrm>
            <a:custGeom>
              <a:avLst/>
              <a:gdLst/>
              <a:ahLst/>
              <a:cxnLst/>
              <a:rect l="l" t="t" r="r" b="b"/>
              <a:pathLst>
                <a:path w="1834596" h="343039">
                  <a:moveTo>
                    <a:pt x="1801576" y="21590"/>
                  </a:moveTo>
                  <a:cubicBezTo>
                    <a:pt x="1802846" y="34290"/>
                    <a:pt x="1802846" y="44450"/>
                    <a:pt x="1804116" y="52340"/>
                  </a:cubicBezTo>
                  <a:cubicBezTo>
                    <a:pt x="1806656" y="57275"/>
                    <a:pt x="1807926" y="62393"/>
                    <a:pt x="1810466" y="67328"/>
                  </a:cubicBezTo>
                  <a:cubicBezTo>
                    <a:pt x="1810466" y="74457"/>
                    <a:pt x="1823166" y="215022"/>
                    <a:pt x="1829516" y="222151"/>
                  </a:cubicBezTo>
                  <a:cubicBezTo>
                    <a:pt x="1835866" y="232936"/>
                    <a:pt x="1832056" y="243903"/>
                    <a:pt x="1832056" y="254687"/>
                  </a:cubicBezTo>
                  <a:cubicBezTo>
                    <a:pt x="1832056" y="264192"/>
                    <a:pt x="1833326" y="272966"/>
                    <a:pt x="1834596" y="282785"/>
                  </a:cubicBezTo>
                  <a:lnTo>
                    <a:pt x="1834596" y="342475"/>
                  </a:lnTo>
                  <a:cubicBezTo>
                    <a:pt x="1811736" y="342475"/>
                    <a:pt x="1791416" y="343745"/>
                    <a:pt x="1771096" y="342475"/>
                  </a:cubicBezTo>
                  <a:cubicBezTo>
                    <a:pt x="1682319" y="337395"/>
                    <a:pt x="1591951" y="343745"/>
                    <a:pt x="1502953" y="338665"/>
                  </a:cubicBezTo>
                  <a:cubicBezTo>
                    <a:pt x="1449554" y="334855"/>
                    <a:pt x="1397524" y="337395"/>
                    <a:pt x="1344126" y="334855"/>
                  </a:cubicBezTo>
                  <a:lnTo>
                    <a:pt x="1270188" y="331045"/>
                  </a:lnTo>
                  <a:cubicBezTo>
                    <a:pt x="1255127" y="331045"/>
                    <a:pt x="1241435" y="332315"/>
                    <a:pt x="1226374" y="332315"/>
                  </a:cubicBezTo>
                  <a:cubicBezTo>
                    <a:pt x="1188036" y="331045"/>
                    <a:pt x="1082607" y="332315"/>
                    <a:pt x="1044270" y="331045"/>
                  </a:cubicBezTo>
                  <a:cubicBezTo>
                    <a:pt x="1016886" y="329775"/>
                    <a:pt x="469204" y="338665"/>
                    <a:pt x="441820" y="337395"/>
                  </a:cubicBezTo>
                  <a:cubicBezTo>
                    <a:pt x="434974" y="337395"/>
                    <a:pt x="426758" y="338665"/>
                    <a:pt x="419912" y="338665"/>
                  </a:cubicBezTo>
                  <a:cubicBezTo>
                    <a:pt x="403482" y="338665"/>
                    <a:pt x="388421" y="339935"/>
                    <a:pt x="371990" y="339935"/>
                  </a:cubicBezTo>
                  <a:cubicBezTo>
                    <a:pt x="330914" y="339935"/>
                    <a:pt x="291207" y="338665"/>
                    <a:pt x="250131" y="337395"/>
                  </a:cubicBezTo>
                  <a:cubicBezTo>
                    <a:pt x="225485" y="336125"/>
                    <a:pt x="200840" y="334855"/>
                    <a:pt x="177563" y="333585"/>
                  </a:cubicBezTo>
                  <a:cubicBezTo>
                    <a:pt x="133749" y="332315"/>
                    <a:pt x="89934" y="331045"/>
                    <a:pt x="44750" y="331045"/>
                  </a:cubicBezTo>
                  <a:cubicBezTo>
                    <a:pt x="34505" y="331045"/>
                    <a:pt x="25615" y="331045"/>
                    <a:pt x="15455" y="329775"/>
                  </a:cubicBezTo>
                  <a:cubicBezTo>
                    <a:pt x="6565" y="328505"/>
                    <a:pt x="1485" y="322155"/>
                    <a:pt x="4025" y="313265"/>
                  </a:cubicBezTo>
                  <a:cubicBezTo>
                    <a:pt x="12915" y="282106"/>
                    <a:pt x="9105" y="277536"/>
                    <a:pt x="7835" y="272784"/>
                  </a:cubicBezTo>
                  <a:cubicBezTo>
                    <a:pt x="6565" y="263096"/>
                    <a:pt x="2755" y="253591"/>
                    <a:pt x="4025" y="243903"/>
                  </a:cubicBezTo>
                  <a:cubicBezTo>
                    <a:pt x="1485" y="231839"/>
                    <a:pt x="-3595" y="82500"/>
                    <a:pt x="4025" y="70253"/>
                  </a:cubicBezTo>
                  <a:cubicBezTo>
                    <a:pt x="5295" y="67877"/>
                    <a:pt x="4025" y="65318"/>
                    <a:pt x="5295" y="62941"/>
                  </a:cubicBezTo>
                  <a:cubicBezTo>
                    <a:pt x="6565" y="59103"/>
                    <a:pt x="9105" y="54899"/>
                    <a:pt x="10375" y="44450"/>
                  </a:cubicBezTo>
                  <a:cubicBezTo>
                    <a:pt x="10375" y="41910"/>
                    <a:pt x="11645" y="39370"/>
                    <a:pt x="12915" y="38100"/>
                  </a:cubicBezTo>
                  <a:cubicBezTo>
                    <a:pt x="34505" y="35560"/>
                    <a:pt x="55704" y="30480"/>
                    <a:pt x="77611" y="29210"/>
                  </a:cubicBezTo>
                  <a:cubicBezTo>
                    <a:pt x="114580" y="25400"/>
                    <a:pt x="151548" y="22860"/>
                    <a:pt x="189886" y="20320"/>
                  </a:cubicBezTo>
                  <a:cubicBezTo>
                    <a:pt x="215901" y="17780"/>
                    <a:pt x="241916" y="16510"/>
                    <a:pt x="266562" y="13970"/>
                  </a:cubicBezTo>
                  <a:cubicBezTo>
                    <a:pt x="291207" y="11430"/>
                    <a:pt x="317222" y="8890"/>
                    <a:pt x="341868" y="8890"/>
                  </a:cubicBezTo>
                  <a:cubicBezTo>
                    <a:pt x="369252" y="7620"/>
                    <a:pt x="396636" y="10160"/>
                    <a:pt x="424020" y="8890"/>
                  </a:cubicBezTo>
                  <a:cubicBezTo>
                    <a:pt x="458250" y="8890"/>
                    <a:pt x="1078500" y="6350"/>
                    <a:pt x="1112730" y="5080"/>
                  </a:cubicBezTo>
                  <a:cubicBezTo>
                    <a:pt x="1145591" y="3810"/>
                    <a:pt x="1178452" y="2540"/>
                    <a:pt x="1212682" y="2540"/>
                  </a:cubicBezTo>
                  <a:cubicBezTo>
                    <a:pt x="1268819" y="1270"/>
                    <a:pt x="1323587" y="0"/>
                    <a:pt x="1379725" y="0"/>
                  </a:cubicBezTo>
                  <a:cubicBezTo>
                    <a:pt x="1403001" y="0"/>
                    <a:pt x="1427647" y="2540"/>
                    <a:pt x="1450923" y="2540"/>
                  </a:cubicBezTo>
                  <a:cubicBezTo>
                    <a:pt x="1515276" y="3810"/>
                    <a:pt x="1580998" y="5080"/>
                    <a:pt x="1645350" y="7620"/>
                  </a:cubicBezTo>
                  <a:cubicBezTo>
                    <a:pt x="1679581" y="8890"/>
                    <a:pt x="1713811" y="12700"/>
                    <a:pt x="1748041" y="16510"/>
                  </a:cubicBezTo>
                  <a:lnTo>
                    <a:pt x="1771096" y="16510"/>
                  </a:lnTo>
                  <a:cubicBezTo>
                    <a:pt x="1782526" y="17780"/>
                    <a:pt x="1791416" y="20320"/>
                    <a:pt x="1801576" y="21590"/>
                  </a:cubicBezTo>
                  <a:close/>
                  <a:moveTo>
                    <a:pt x="1811736" y="325965"/>
                  </a:moveTo>
                  <a:cubicBezTo>
                    <a:pt x="1813006" y="309455"/>
                    <a:pt x="1814276" y="296755"/>
                    <a:pt x="1814276" y="284055"/>
                  </a:cubicBezTo>
                  <a:cubicBezTo>
                    <a:pt x="1813006" y="272052"/>
                    <a:pt x="1811736" y="262365"/>
                    <a:pt x="1811736" y="251946"/>
                  </a:cubicBezTo>
                  <a:cubicBezTo>
                    <a:pt x="1811736" y="247193"/>
                    <a:pt x="1814276" y="242441"/>
                    <a:pt x="1813006" y="237688"/>
                  </a:cubicBezTo>
                  <a:cubicBezTo>
                    <a:pt x="1813006" y="233301"/>
                    <a:pt x="1811736" y="228731"/>
                    <a:pt x="1810466" y="224344"/>
                  </a:cubicBezTo>
                  <a:cubicBezTo>
                    <a:pt x="1805386" y="217581"/>
                    <a:pt x="1793956" y="77565"/>
                    <a:pt x="1793956" y="70801"/>
                  </a:cubicBezTo>
                  <a:cubicBezTo>
                    <a:pt x="1791416" y="65135"/>
                    <a:pt x="1788876" y="59286"/>
                    <a:pt x="1786336" y="53619"/>
                  </a:cubicBezTo>
                  <a:cubicBezTo>
                    <a:pt x="1785066" y="44450"/>
                    <a:pt x="1783796" y="43180"/>
                    <a:pt x="1767210" y="41910"/>
                  </a:cubicBezTo>
                  <a:cubicBezTo>
                    <a:pt x="1763102" y="41910"/>
                    <a:pt x="1760364" y="41910"/>
                    <a:pt x="1756256" y="40640"/>
                  </a:cubicBezTo>
                  <a:cubicBezTo>
                    <a:pt x="1722026" y="36830"/>
                    <a:pt x="1686427" y="31750"/>
                    <a:pt x="1652197" y="30480"/>
                  </a:cubicBezTo>
                  <a:cubicBezTo>
                    <a:pt x="1568675" y="26670"/>
                    <a:pt x="1483784" y="25400"/>
                    <a:pt x="1400263" y="22860"/>
                  </a:cubicBezTo>
                  <a:lnTo>
                    <a:pt x="1301680" y="22860"/>
                  </a:lnTo>
                  <a:cubicBezTo>
                    <a:pt x="1257866" y="22860"/>
                    <a:pt x="1214051" y="22860"/>
                    <a:pt x="1171606" y="24130"/>
                  </a:cubicBezTo>
                  <a:cubicBezTo>
                    <a:pt x="1134637" y="25400"/>
                    <a:pt x="511649" y="29210"/>
                    <a:pt x="474681" y="29210"/>
                  </a:cubicBezTo>
                  <a:cubicBezTo>
                    <a:pt x="414436" y="29210"/>
                    <a:pt x="354191" y="26670"/>
                    <a:pt x="293946" y="33020"/>
                  </a:cubicBezTo>
                  <a:cubicBezTo>
                    <a:pt x="262454" y="36830"/>
                    <a:pt x="232331" y="36830"/>
                    <a:pt x="202209" y="38100"/>
                  </a:cubicBezTo>
                  <a:cubicBezTo>
                    <a:pt x="150179" y="41910"/>
                    <a:pt x="98149" y="45720"/>
                    <a:pt x="46120" y="50800"/>
                  </a:cubicBezTo>
                  <a:cubicBezTo>
                    <a:pt x="33235" y="50800"/>
                    <a:pt x="30695" y="52157"/>
                    <a:pt x="29425" y="54350"/>
                  </a:cubicBezTo>
                  <a:cubicBezTo>
                    <a:pt x="28155" y="57641"/>
                    <a:pt x="28155" y="60931"/>
                    <a:pt x="26885" y="64221"/>
                  </a:cubicBezTo>
                  <a:cubicBezTo>
                    <a:pt x="25615" y="69705"/>
                    <a:pt x="23075" y="75006"/>
                    <a:pt x="21805" y="80489"/>
                  </a:cubicBezTo>
                  <a:cubicBezTo>
                    <a:pt x="16725" y="86339"/>
                    <a:pt x="23075" y="229280"/>
                    <a:pt x="25615" y="235129"/>
                  </a:cubicBezTo>
                  <a:cubicBezTo>
                    <a:pt x="25615" y="241344"/>
                    <a:pt x="25615" y="247741"/>
                    <a:pt x="26885" y="253956"/>
                  </a:cubicBezTo>
                  <a:cubicBezTo>
                    <a:pt x="26885" y="258526"/>
                    <a:pt x="29425" y="263096"/>
                    <a:pt x="29425" y="267666"/>
                  </a:cubicBezTo>
                  <a:cubicBezTo>
                    <a:pt x="29425" y="272601"/>
                    <a:pt x="29425" y="277536"/>
                    <a:pt x="28155" y="284055"/>
                  </a:cubicBezTo>
                  <a:lnTo>
                    <a:pt x="28155" y="294215"/>
                  </a:lnTo>
                  <a:cubicBezTo>
                    <a:pt x="28155" y="304375"/>
                    <a:pt x="31965" y="308185"/>
                    <a:pt x="40855" y="308185"/>
                  </a:cubicBezTo>
                  <a:cubicBezTo>
                    <a:pt x="58442" y="308185"/>
                    <a:pt x="77611" y="309455"/>
                    <a:pt x="95411" y="309455"/>
                  </a:cubicBezTo>
                  <a:cubicBezTo>
                    <a:pt x="121426" y="309455"/>
                    <a:pt x="148810" y="306915"/>
                    <a:pt x="174825" y="309455"/>
                  </a:cubicBezTo>
                  <a:cubicBezTo>
                    <a:pt x="217270" y="313265"/>
                    <a:pt x="259715" y="315805"/>
                    <a:pt x="302161" y="314535"/>
                  </a:cubicBezTo>
                  <a:cubicBezTo>
                    <a:pt x="329545" y="313265"/>
                    <a:pt x="355560" y="315805"/>
                    <a:pt x="382944" y="315805"/>
                  </a:cubicBezTo>
                  <a:cubicBezTo>
                    <a:pt x="422651" y="315805"/>
                    <a:pt x="462358" y="314535"/>
                    <a:pt x="502065" y="315805"/>
                  </a:cubicBezTo>
                  <a:cubicBezTo>
                    <a:pt x="560940" y="317075"/>
                    <a:pt x="1207205" y="306915"/>
                    <a:pt x="1267450" y="309455"/>
                  </a:cubicBezTo>
                  <a:cubicBezTo>
                    <a:pt x="1293465" y="310725"/>
                    <a:pt x="1319480" y="311995"/>
                    <a:pt x="1344126" y="311995"/>
                  </a:cubicBezTo>
                  <a:cubicBezTo>
                    <a:pt x="1389309" y="314535"/>
                    <a:pt x="1433124" y="310725"/>
                    <a:pt x="1478308" y="314535"/>
                  </a:cubicBezTo>
                  <a:cubicBezTo>
                    <a:pt x="1515276" y="317075"/>
                    <a:pt x="1552244" y="317075"/>
                    <a:pt x="1589213" y="319615"/>
                  </a:cubicBezTo>
                  <a:cubicBezTo>
                    <a:pt x="1643981" y="323425"/>
                    <a:pt x="1698750" y="325965"/>
                    <a:pt x="1753518" y="327235"/>
                  </a:cubicBezTo>
                  <a:cubicBezTo>
                    <a:pt x="1773636" y="327235"/>
                    <a:pt x="1791416" y="325965"/>
                    <a:pt x="1811736" y="325965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17805" name="Group 100">
            <a:extLst>
              <a:ext uri="{FF2B5EF4-FFF2-40B4-BE49-F238E27FC236}">
                <a16:creationId xmlns:a16="http://schemas.microsoft.com/office/drawing/2014/main" id="{D237E2ED-2026-369A-986C-9F0E4977335B}"/>
              </a:ext>
            </a:extLst>
          </p:cNvPr>
          <p:cNvGrpSpPr/>
          <p:nvPr/>
        </p:nvGrpSpPr>
        <p:grpSpPr>
          <a:xfrm>
            <a:off x="2284263" y="1516618"/>
            <a:ext cx="339149" cy="339149"/>
            <a:chOff x="0" y="0"/>
            <a:chExt cx="812800" cy="812800"/>
          </a:xfrm>
        </p:grpSpPr>
        <p:sp>
          <p:nvSpPr>
            <p:cNvPr id="17806" name="Freeform 101">
              <a:extLst>
                <a:ext uri="{FF2B5EF4-FFF2-40B4-BE49-F238E27FC236}">
                  <a16:creationId xmlns:a16="http://schemas.microsoft.com/office/drawing/2014/main" id="{B5213E04-D25D-DFD0-8C41-53D2776DFF45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8F8F8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17807" name="TextBox 102">
              <a:extLst>
                <a:ext uri="{FF2B5EF4-FFF2-40B4-BE49-F238E27FC236}">
                  <a16:creationId xmlns:a16="http://schemas.microsoft.com/office/drawing/2014/main" id="{60694814-7DB7-CA09-E93D-FA67638C2961}"/>
                </a:ext>
              </a:extLst>
            </p:cNvPr>
            <p:cNvSpPr txBox="1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lIns="42379" tIns="42379" rIns="42379" bIns="42379" rtlCol="0" anchor="ctr"/>
            <a:lstStyle/>
            <a:p>
              <a:pPr algn="ctr">
                <a:lnSpc>
                  <a:spcPts val="771"/>
                </a:lnSpc>
              </a:pPr>
              <a:endParaRPr/>
            </a:p>
          </p:txBody>
        </p:sp>
      </p:grpSp>
      <p:grpSp>
        <p:nvGrpSpPr>
          <p:cNvPr id="17808" name="Group 103">
            <a:extLst>
              <a:ext uri="{FF2B5EF4-FFF2-40B4-BE49-F238E27FC236}">
                <a16:creationId xmlns:a16="http://schemas.microsoft.com/office/drawing/2014/main" id="{FE8DCEE9-5442-E9CD-E627-5CF52A3CCE1D}"/>
              </a:ext>
            </a:extLst>
          </p:cNvPr>
          <p:cNvGrpSpPr/>
          <p:nvPr/>
        </p:nvGrpSpPr>
        <p:grpSpPr>
          <a:xfrm>
            <a:off x="5899109" y="1516618"/>
            <a:ext cx="339149" cy="339149"/>
            <a:chOff x="0" y="0"/>
            <a:chExt cx="812800" cy="812800"/>
          </a:xfrm>
        </p:grpSpPr>
        <p:sp>
          <p:nvSpPr>
            <p:cNvPr id="17809" name="Freeform 104">
              <a:extLst>
                <a:ext uri="{FF2B5EF4-FFF2-40B4-BE49-F238E27FC236}">
                  <a16:creationId xmlns:a16="http://schemas.microsoft.com/office/drawing/2014/main" id="{94DCE770-B656-D590-DD61-7015125BC563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8F8F8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17810" name="TextBox 105">
              <a:extLst>
                <a:ext uri="{FF2B5EF4-FFF2-40B4-BE49-F238E27FC236}">
                  <a16:creationId xmlns:a16="http://schemas.microsoft.com/office/drawing/2014/main" id="{8B1B6D84-743A-BF42-C20B-46FC4FE9D7F9}"/>
                </a:ext>
              </a:extLst>
            </p:cNvPr>
            <p:cNvSpPr txBox="1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lIns="42379" tIns="42379" rIns="42379" bIns="42379" rtlCol="0" anchor="ctr"/>
            <a:lstStyle/>
            <a:p>
              <a:pPr algn="ctr">
                <a:lnSpc>
                  <a:spcPts val="771"/>
                </a:lnSpc>
              </a:pPr>
              <a:endParaRPr/>
            </a:p>
          </p:txBody>
        </p:sp>
      </p:grpSp>
      <p:grpSp>
        <p:nvGrpSpPr>
          <p:cNvPr id="17811" name="Group 106">
            <a:extLst>
              <a:ext uri="{FF2B5EF4-FFF2-40B4-BE49-F238E27FC236}">
                <a16:creationId xmlns:a16="http://schemas.microsoft.com/office/drawing/2014/main" id="{71863E5C-878B-7959-AAA9-3D8CD04F909E}"/>
              </a:ext>
            </a:extLst>
          </p:cNvPr>
          <p:cNvGrpSpPr/>
          <p:nvPr/>
        </p:nvGrpSpPr>
        <p:grpSpPr>
          <a:xfrm>
            <a:off x="8404753" y="1738616"/>
            <a:ext cx="2410549" cy="526497"/>
            <a:chOff x="0" y="0"/>
            <a:chExt cx="2996808" cy="654544"/>
          </a:xfrm>
        </p:grpSpPr>
        <p:sp>
          <p:nvSpPr>
            <p:cNvPr id="17812" name="Freeform 107">
              <a:extLst>
                <a:ext uri="{FF2B5EF4-FFF2-40B4-BE49-F238E27FC236}">
                  <a16:creationId xmlns:a16="http://schemas.microsoft.com/office/drawing/2014/main" id="{BE222078-EACD-EB00-492E-D1665992C717}"/>
                </a:ext>
              </a:extLst>
            </p:cNvPr>
            <p:cNvSpPr/>
            <p:nvPr/>
          </p:nvSpPr>
          <p:spPr>
            <a:xfrm>
              <a:off x="40018" y="45156"/>
              <a:ext cx="2956790" cy="608683"/>
            </a:xfrm>
            <a:custGeom>
              <a:avLst/>
              <a:gdLst/>
              <a:ahLst/>
              <a:cxnLst/>
              <a:rect l="l" t="t" r="r" b="b"/>
              <a:pathLst>
                <a:path w="2956790" h="608683">
                  <a:moveTo>
                    <a:pt x="622" y="578908"/>
                  </a:moveTo>
                  <a:cubicBezTo>
                    <a:pt x="-1918" y="587798"/>
                    <a:pt x="3162" y="594148"/>
                    <a:pt x="18863" y="595418"/>
                  </a:cubicBezTo>
                  <a:cubicBezTo>
                    <a:pt x="36965" y="596688"/>
                    <a:pt x="52805" y="596688"/>
                    <a:pt x="70907" y="596688"/>
                  </a:cubicBezTo>
                  <a:cubicBezTo>
                    <a:pt x="143317" y="597958"/>
                    <a:pt x="215726" y="597958"/>
                    <a:pt x="290399" y="599228"/>
                  </a:cubicBezTo>
                  <a:cubicBezTo>
                    <a:pt x="331129" y="600498"/>
                    <a:pt x="371859" y="601768"/>
                    <a:pt x="410327" y="603038"/>
                  </a:cubicBezTo>
                  <a:cubicBezTo>
                    <a:pt x="478211" y="604308"/>
                    <a:pt x="543832" y="604308"/>
                    <a:pt x="611716" y="605578"/>
                  </a:cubicBezTo>
                  <a:cubicBezTo>
                    <a:pt x="638869" y="605578"/>
                    <a:pt x="663760" y="605578"/>
                    <a:pt x="690914" y="604308"/>
                  </a:cubicBezTo>
                  <a:cubicBezTo>
                    <a:pt x="702228" y="604308"/>
                    <a:pt x="715804" y="603038"/>
                    <a:pt x="727118" y="603038"/>
                  </a:cubicBezTo>
                  <a:cubicBezTo>
                    <a:pt x="772374" y="604308"/>
                    <a:pt x="1677493" y="595418"/>
                    <a:pt x="1722749" y="596688"/>
                  </a:cubicBezTo>
                  <a:cubicBezTo>
                    <a:pt x="1786107" y="597958"/>
                    <a:pt x="1960342" y="597958"/>
                    <a:pt x="2023701" y="597958"/>
                  </a:cubicBezTo>
                  <a:cubicBezTo>
                    <a:pt x="2048592" y="597958"/>
                    <a:pt x="2071220" y="596688"/>
                    <a:pt x="2096110" y="596688"/>
                  </a:cubicBezTo>
                  <a:lnTo>
                    <a:pt x="2218301" y="600498"/>
                  </a:lnTo>
                  <a:cubicBezTo>
                    <a:pt x="2306550" y="603038"/>
                    <a:pt x="2392537" y="600498"/>
                    <a:pt x="2480786" y="604308"/>
                  </a:cubicBezTo>
                  <a:cubicBezTo>
                    <a:pt x="2627867" y="609388"/>
                    <a:pt x="2777212" y="603038"/>
                    <a:pt x="2893290" y="608118"/>
                  </a:cubicBezTo>
                  <a:cubicBezTo>
                    <a:pt x="2913610" y="609388"/>
                    <a:pt x="2933930" y="608118"/>
                    <a:pt x="2956790" y="608118"/>
                  </a:cubicBezTo>
                  <a:lnTo>
                    <a:pt x="2956790" y="548428"/>
                  </a:lnTo>
                  <a:cubicBezTo>
                    <a:pt x="2955520" y="508281"/>
                    <a:pt x="2954250" y="488729"/>
                    <a:pt x="2954250" y="467954"/>
                  </a:cubicBezTo>
                  <a:cubicBezTo>
                    <a:pt x="2954250" y="443921"/>
                    <a:pt x="2958060" y="419480"/>
                    <a:pt x="2951710" y="395446"/>
                  </a:cubicBezTo>
                  <a:cubicBezTo>
                    <a:pt x="2944090" y="379560"/>
                    <a:pt x="2932660" y="66310"/>
                    <a:pt x="2932660" y="50424"/>
                  </a:cubicBezTo>
                  <a:cubicBezTo>
                    <a:pt x="2930120" y="39426"/>
                    <a:pt x="2928850" y="28020"/>
                    <a:pt x="2926310" y="17022"/>
                  </a:cubicBezTo>
                  <a:cubicBezTo>
                    <a:pt x="2926310" y="13763"/>
                    <a:pt x="2925040" y="10504"/>
                    <a:pt x="2923770" y="5644"/>
                  </a:cubicBezTo>
                  <a:cubicBezTo>
                    <a:pt x="2913610" y="3104"/>
                    <a:pt x="2904720" y="1834"/>
                    <a:pt x="2894560" y="564"/>
                  </a:cubicBezTo>
                  <a:cubicBezTo>
                    <a:pt x="2886940" y="-706"/>
                    <a:pt x="2879320" y="564"/>
                    <a:pt x="2872970" y="564"/>
                  </a:cubicBezTo>
                  <a:lnTo>
                    <a:pt x="7549" y="5644"/>
                  </a:lnTo>
                  <a:lnTo>
                    <a:pt x="622" y="578908"/>
                  </a:lnTo>
                  <a:close/>
                </a:path>
              </a:pathLst>
            </a:custGeom>
            <a:solidFill>
              <a:srgbClr val="FCFCF8"/>
            </a:solidFill>
          </p:spPr>
          <p:txBody>
            <a:bodyPr/>
            <a:lstStyle/>
            <a:p>
              <a:endParaRPr lang="en-AU"/>
            </a:p>
          </p:txBody>
        </p:sp>
        <p:sp>
          <p:nvSpPr>
            <p:cNvPr id="17813" name="Freeform 108">
              <a:extLst>
                <a:ext uri="{FF2B5EF4-FFF2-40B4-BE49-F238E27FC236}">
                  <a16:creationId xmlns:a16="http://schemas.microsoft.com/office/drawing/2014/main" id="{D892C896-920F-3600-40FB-0471EEBC0569}"/>
                </a:ext>
              </a:extLst>
            </p:cNvPr>
            <p:cNvSpPr/>
            <p:nvPr/>
          </p:nvSpPr>
          <p:spPr>
            <a:xfrm>
              <a:off x="11430" y="16510"/>
              <a:ext cx="2935848" cy="599934"/>
            </a:xfrm>
            <a:custGeom>
              <a:avLst/>
              <a:gdLst/>
              <a:ahLst/>
              <a:cxnLst/>
              <a:rect l="l" t="t" r="r" b="b"/>
              <a:pathLst>
                <a:path w="2935848" h="599934">
                  <a:moveTo>
                    <a:pt x="2935848" y="599934"/>
                  </a:moveTo>
                  <a:lnTo>
                    <a:pt x="0" y="592314"/>
                  </a:lnTo>
                  <a:lnTo>
                    <a:pt x="0" y="215938"/>
                  </a:lnTo>
                  <a:lnTo>
                    <a:pt x="7620" y="20320"/>
                  </a:lnTo>
                  <a:lnTo>
                    <a:pt x="1468487" y="0"/>
                  </a:lnTo>
                  <a:lnTo>
                    <a:pt x="2914258" y="8890"/>
                  </a:lnTo>
                  <a:close/>
                </a:path>
              </a:pathLst>
            </a:custGeom>
            <a:solidFill>
              <a:srgbClr val="FEFA9C"/>
            </a:solidFill>
          </p:spPr>
          <p:txBody>
            <a:bodyPr/>
            <a:lstStyle/>
            <a:p>
              <a:endParaRPr lang="en-AU"/>
            </a:p>
          </p:txBody>
        </p:sp>
        <p:sp>
          <p:nvSpPr>
            <p:cNvPr id="17814" name="Freeform 109">
              <a:extLst>
                <a:ext uri="{FF2B5EF4-FFF2-40B4-BE49-F238E27FC236}">
                  <a16:creationId xmlns:a16="http://schemas.microsoft.com/office/drawing/2014/main" id="{46798029-B948-0A8D-F2BF-F718ACD04A03}"/>
                </a:ext>
              </a:extLst>
            </p:cNvPr>
            <p:cNvSpPr/>
            <p:nvPr/>
          </p:nvSpPr>
          <p:spPr>
            <a:xfrm>
              <a:off x="-215" y="0"/>
              <a:ext cx="2960193" cy="625899"/>
            </a:xfrm>
            <a:custGeom>
              <a:avLst/>
              <a:gdLst/>
              <a:ahLst/>
              <a:cxnLst/>
              <a:rect l="l" t="t" r="r" b="b"/>
              <a:pathLst>
                <a:path w="2960193" h="625899">
                  <a:moveTo>
                    <a:pt x="2927173" y="21590"/>
                  </a:moveTo>
                  <a:cubicBezTo>
                    <a:pt x="2928443" y="34290"/>
                    <a:pt x="2928443" y="44450"/>
                    <a:pt x="2929713" y="52809"/>
                  </a:cubicBezTo>
                  <a:cubicBezTo>
                    <a:pt x="2932253" y="63807"/>
                    <a:pt x="2933523" y="75213"/>
                    <a:pt x="2936063" y="86211"/>
                  </a:cubicBezTo>
                  <a:cubicBezTo>
                    <a:pt x="2936063" y="102098"/>
                    <a:pt x="2948763" y="415347"/>
                    <a:pt x="2955113" y="431233"/>
                  </a:cubicBezTo>
                  <a:cubicBezTo>
                    <a:pt x="2961463" y="455267"/>
                    <a:pt x="2957653" y="479708"/>
                    <a:pt x="2957653" y="503741"/>
                  </a:cubicBezTo>
                  <a:cubicBezTo>
                    <a:pt x="2957653" y="524923"/>
                    <a:pt x="2958923" y="544476"/>
                    <a:pt x="2960193" y="565644"/>
                  </a:cubicBezTo>
                  <a:lnTo>
                    <a:pt x="2960193" y="625334"/>
                  </a:lnTo>
                  <a:cubicBezTo>
                    <a:pt x="2937333" y="625334"/>
                    <a:pt x="2917013" y="626604"/>
                    <a:pt x="2896693" y="625334"/>
                  </a:cubicBezTo>
                  <a:cubicBezTo>
                    <a:pt x="2751824" y="620254"/>
                    <a:pt x="2602479" y="626604"/>
                    <a:pt x="2455398" y="621524"/>
                  </a:cubicBezTo>
                  <a:cubicBezTo>
                    <a:pt x="2367148" y="617714"/>
                    <a:pt x="2281162" y="620254"/>
                    <a:pt x="2192913" y="617714"/>
                  </a:cubicBezTo>
                  <a:lnTo>
                    <a:pt x="2070722" y="613904"/>
                  </a:lnTo>
                  <a:cubicBezTo>
                    <a:pt x="2045831" y="613904"/>
                    <a:pt x="2023203" y="615174"/>
                    <a:pt x="1998313" y="615174"/>
                  </a:cubicBezTo>
                  <a:cubicBezTo>
                    <a:pt x="1934954" y="613904"/>
                    <a:pt x="1760719" y="615174"/>
                    <a:pt x="1697361" y="613904"/>
                  </a:cubicBezTo>
                  <a:cubicBezTo>
                    <a:pt x="1652105" y="612634"/>
                    <a:pt x="746986" y="621524"/>
                    <a:pt x="701730" y="620254"/>
                  </a:cubicBezTo>
                  <a:cubicBezTo>
                    <a:pt x="690416" y="620254"/>
                    <a:pt x="676839" y="621524"/>
                    <a:pt x="665526" y="621524"/>
                  </a:cubicBezTo>
                  <a:cubicBezTo>
                    <a:pt x="638372" y="621524"/>
                    <a:pt x="613481" y="622794"/>
                    <a:pt x="586328" y="622794"/>
                  </a:cubicBezTo>
                  <a:cubicBezTo>
                    <a:pt x="518444" y="622794"/>
                    <a:pt x="452823" y="621524"/>
                    <a:pt x="384939" y="620254"/>
                  </a:cubicBezTo>
                  <a:cubicBezTo>
                    <a:pt x="344208" y="618984"/>
                    <a:pt x="303478" y="617714"/>
                    <a:pt x="265010" y="616444"/>
                  </a:cubicBezTo>
                  <a:cubicBezTo>
                    <a:pt x="192601" y="615174"/>
                    <a:pt x="120192" y="613904"/>
                    <a:pt x="45519" y="613904"/>
                  </a:cubicBezTo>
                  <a:cubicBezTo>
                    <a:pt x="34505" y="613904"/>
                    <a:pt x="25615" y="613904"/>
                    <a:pt x="15455" y="612634"/>
                  </a:cubicBezTo>
                  <a:cubicBezTo>
                    <a:pt x="6565" y="611364"/>
                    <a:pt x="1485" y="605014"/>
                    <a:pt x="4025" y="596124"/>
                  </a:cubicBezTo>
                  <a:cubicBezTo>
                    <a:pt x="12915" y="564843"/>
                    <a:pt x="9105" y="554659"/>
                    <a:pt x="7835" y="544068"/>
                  </a:cubicBezTo>
                  <a:cubicBezTo>
                    <a:pt x="6565" y="522479"/>
                    <a:pt x="2755" y="501297"/>
                    <a:pt x="4025" y="479708"/>
                  </a:cubicBezTo>
                  <a:cubicBezTo>
                    <a:pt x="1485" y="452823"/>
                    <a:pt x="-3595" y="120021"/>
                    <a:pt x="4025" y="92729"/>
                  </a:cubicBezTo>
                  <a:cubicBezTo>
                    <a:pt x="5295" y="87433"/>
                    <a:pt x="4025" y="81730"/>
                    <a:pt x="5295" y="76435"/>
                  </a:cubicBezTo>
                  <a:cubicBezTo>
                    <a:pt x="6565" y="67880"/>
                    <a:pt x="9105" y="58511"/>
                    <a:pt x="10375" y="44450"/>
                  </a:cubicBezTo>
                  <a:cubicBezTo>
                    <a:pt x="10375" y="41910"/>
                    <a:pt x="11645" y="39370"/>
                    <a:pt x="12915" y="38100"/>
                  </a:cubicBezTo>
                  <a:cubicBezTo>
                    <a:pt x="34505" y="35560"/>
                    <a:pt x="63622" y="30480"/>
                    <a:pt x="99826" y="29210"/>
                  </a:cubicBezTo>
                  <a:cubicBezTo>
                    <a:pt x="160922" y="25400"/>
                    <a:pt x="222017" y="22860"/>
                    <a:pt x="285376" y="20320"/>
                  </a:cubicBezTo>
                  <a:cubicBezTo>
                    <a:pt x="328369" y="17780"/>
                    <a:pt x="371362" y="16510"/>
                    <a:pt x="412092" y="13970"/>
                  </a:cubicBezTo>
                  <a:cubicBezTo>
                    <a:pt x="452823" y="11430"/>
                    <a:pt x="495816" y="8890"/>
                    <a:pt x="536546" y="8890"/>
                  </a:cubicBezTo>
                  <a:cubicBezTo>
                    <a:pt x="581802" y="7620"/>
                    <a:pt x="627058" y="10160"/>
                    <a:pt x="672314" y="8890"/>
                  </a:cubicBezTo>
                  <a:cubicBezTo>
                    <a:pt x="728884" y="8890"/>
                    <a:pt x="1753931" y="6350"/>
                    <a:pt x="1810500" y="5080"/>
                  </a:cubicBezTo>
                  <a:cubicBezTo>
                    <a:pt x="1864808" y="3810"/>
                    <a:pt x="1919115" y="2540"/>
                    <a:pt x="1975685" y="2540"/>
                  </a:cubicBezTo>
                  <a:cubicBezTo>
                    <a:pt x="2068459" y="1270"/>
                    <a:pt x="2158971" y="0"/>
                    <a:pt x="2251746" y="0"/>
                  </a:cubicBezTo>
                  <a:cubicBezTo>
                    <a:pt x="2290213" y="0"/>
                    <a:pt x="2330944" y="2540"/>
                    <a:pt x="2369411" y="2540"/>
                  </a:cubicBezTo>
                  <a:cubicBezTo>
                    <a:pt x="2475763" y="3810"/>
                    <a:pt x="2584377" y="5080"/>
                    <a:pt x="2690728" y="7620"/>
                  </a:cubicBezTo>
                  <a:cubicBezTo>
                    <a:pt x="2747298" y="8890"/>
                    <a:pt x="2803868" y="12700"/>
                    <a:pt x="2860438" y="16510"/>
                  </a:cubicBezTo>
                  <a:lnTo>
                    <a:pt x="2896693" y="16510"/>
                  </a:lnTo>
                  <a:cubicBezTo>
                    <a:pt x="2908123" y="17780"/>
                    <a:pt x="2917013" y="20320"/>
                    <a:pt x="2927173" y="21590"/>
                  </a:cubicBezTo>
                  <a:close/>
                  <a:moveTo>
                    <a:pt x="2937333" y="608824"/>
                  </a:moveTo>
                  <a:cubicBezTo>
                    <a:pt x="2938603" y="592314"/>
                    <a:pt x="2939873" y="579614"/>
                    <a:pt x="2939873" y="566914"/>
                  </a:cubicBezTo>
                  <a:cubicBezTo>
                    <a:pt x="2938603" y="542439"/>
                    <a:pt x="2937333" y="520850"/>
                    <a:pt x="2937333" y="497631"/>
                  </a:cubicBezTo>
                  <a:cubicBezTo>
                    <a:pt x="2937333" y="487040"/>
                    <a:pt x="2939873" y="476449"/>
                    <a:pt x="2938603" y="465858"/>
                  </a:cubicBezTo>
                  <a:cubicBezTo>
                    <a:pt x="2938603" y="456082"/>
                    <a:pt x="2937333" y="445898"/>
                    <a:pt x="2936063" y="436122"/>
                  </a:cubicBezTo>
                  <a:cubicBezTo>
                    <a:pt x="2930983" y="421050"/>
                    <a:pt x="2919553" y="109022"/>
                    <a:pt x="2919553" y="93951"/>
                  </a:cubicBezTo>
                  <a:cubicBezTo>
                    <a:pt x="2917013" y="81323"/>
                    <a:pt x="2914473" y="68288"/>
                    <a:pt x="2911933" y="55660"/>
                  </a:cubicBezTo>
                  <a:cubicBezTo>
                    <a:pt x="2910663" y="44450"/>
                    <a:pt x="2909393" y="43180"/>
                    <a:pt x="2892117" y="41910"/>
                  </a:cubicBezTo>
                  <a:cubicBezTo>
                    <a:pt x="2885329" y="41910"/>
                    <a:pt x="2880803" y="41910"/>
                    <a:pt x="2874015" y="40640"/>
                  </a:cubicBezTo>
                  <a:cubicBezTo>
                    <a:pt x="2817445" y="36830"/>
                    <a:pt x="2758612" y="31750"/>
                    <a:pt x="2702042" y="30480"/>
                  </a:cubicBezTo>
                  <a:cubicBezTo>
                    <a:pt x="2564012" y="26670"/>
                    <a:pt x="2423718" y="25400"/>
                    <a:pt x="2285688" y="22860"/>
                  </a:cubicBezTo>
                  <a:lnTo>
                    <a:pt x="2122766" y="22860"/>
                  </a:lnTo>
                  <a:cubicBezTo>
                    <a:pt x="2050357" y="22860"/>
                    <a:pt x="1977948" y="22860"/>
                    <a:pt x="1907801" y="24130"/>
                  </a:cubicBezTo>
                  <a:cubicBezTo>
                    <a:pt x="1846705" y="25400"/>
                    <a:pt x="817133" y="29210"/>
                    <a:pt x="756037" y="29210"/>
                  </a:cubicBezTo>
                  <a:cubicBezTo>
                    <a:pt x="656474" y="29210"/>
                    <a:pt x="556911" y="26670"/>
                    <a:pt x="457348" y="33020"/>
                  </a:cubicBezTo>
                  <a:cubicBezTo>
                    <a:pt x="405304" y="36830"/>
                    <a:pt x="355522" y="36830"/>
                    <a:pt x="305741" y="38100"/>
                  </a:cubicBezTo>
                  <a:cubicBezTo>
                    <a:pt x="219755" y="41910"/>
                    <a:pt x="133768" y="45720"/>
                    <a:pt x="47782" y="50800"/>
                  </a:cubicBezTo>
                  <a:cubicBezTo>
                    <a:pt x="33235" y="50800"/>
                    <a:pt x="30695" y="52401"/>
                    <a:pt x="29425" y="57289"/>
                  </a:cubicBezTo>
                  <a:cubicBezTo>
                    <a:pt x="28155" y="64622"/>
                    <a:pt x="28155" y="71954"/>
                    <a:pt x="26885" y="79286"/>
                  </a:cubicBezTo>
                  <a:cubicBezTo>
                    <a:pt x="25615" y="91507"/>
                    <a:pt x="23075" y="103320"/>
                    <a:pt x="21805" y="115540"/>
                  </a:cubicBezTo>
                  <a:cubicBezTo>
                    <a:pt x="16725" y="128575"/>
                    <a:pt x="23075" y="447120"/>
                    <a:pt x="25615" y="460155"/>
                  </a:cubicBezTo>
                  <a:cubicBezTo>
                    <a:pt x="25615" y="474005"/>
                    <a:pt x="25615" y="488262"/>
                    <a:pt x="26885" y="502112"/>
                  </a:cubicBezTo>
                  <a:cubicBezTo>
                    <a:pt x="26885" y="512295"/>
                    <a:pt x="29425" y="522479"/>
                    <a:pt x="29425" y="532663"/>
                  </a:cubicBezTo>
                  <a:cubicBezTo>
                    <a:pt x="29425" y="543661"/>
                    <a:pt x="29425" y="554659"/>
                    <a:pt x="28155" y="566914"/>
                  </a:cubicBezTo>
                  <a:lnTo>
                    <a:pt x="28155" y="577074"/>
                  </a:lnTo>
                  <a:cubicBezTo>
                    <a:pt x="28155" y="587234"/>
                    <a:pt x="31965" y="591044"/>
                    <a:pt x="40855" y="591044"/>
                  </a:cubicBezTo>
                  <a:cubicBezTo>
                    <a:pt x="68147" y="591044"/>
                    <a:pt x="99826" y="592314"/>
                    <a:pt x="129243" y="592314"/>
                  </a:cubicBezTo>
                  <a:cubicBezTo>
                    <a:pt x="172236" y="592314"/>
                    <a:pt x="217492" y="589774"/>
                    <a:pt x="260485" y="592314"/>
                  </a:cubicBezTo>
                  <a:cubicBezTo>
                    <a:pt x="330632" y="596124"/>
                    <a:pt x="400778" y="598664"/>
                    <a:pt x="470925" y="597394"/>
                  </a:cubicBezTo>
                  <a:cubicBezTo>
                    <a:pt x="516181" y="596124"/>
                    <a:pt x="559174" y="598664"/>
                    <a:pt x="604430" y="598664"/>
                  </a:cubicBezTo>
                  <a:cubicBezTo>
                    <a:pt x="670051" y="598664"/>
                    <a:pt x="735672" y="597394"/>
                    <a:pt x="801293" y="598664"/>
                  </a:cubicBezTo>
                  <a:cubicBezTo>
                    <a:pt x="898594" y="599934"/>
                    <a:pt x="1966634" y="589774"/>
                    <a:pt x="2066197" y="592314"/>
                  </a:cubicBezTo>
                  <a:cubicBezTo>
                    <a:pt x="2109190" y="593584"/>
                    <a:pt x="2152183" y="594854"/>
                    <a:pt x="2192913" y="594854"/>
                  </a:cubicBezTo>
                  <a:cubicBezTo>
                    <a:pt x="2267586" y="597394"/>
                    <a:pt x="2339995" y="593584"/>
                    <a:pt x="2414667" y="597394"/>
                  </a:cubicBezTo>
                  <a:cubicBezTo>
                    <a:pt x="2475763" y="599934"/>
                    <a:pt x="2536858" y="599934"/>
                    <a:pt x="2597954" y="602474"/>
                  </a:cubicBezTo>
                  <a:cubicBezTo>
                    <a:pt x="2688466" y="606284"/>
                    <a:pt x="2778978" y="608824"/>
                    <a:pt x="2869489" y="610094"/>
                  </a:cubicBezTo>
                  <a:cubicBezTo>
                    <a:pt x="2899233" y="610094"/>
                    <a:pt x="2917013" y="608824"/>
                    <a:pt x="2937333" y="608824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17815" name="Group 110">
            <a:extLst>
              <a:ext uri="{FF2B5EF4-FFF2-40B4-BE49-F238E27FC236}">
                <a16:creationId xmlns:a16="http://schemas.microsoft.com/office/drawing/2014/main" id="{1854BFA6-754A-73D8-2EDF-8DB5F99FB4F9}"/>
              </a:ext>
            </a:extLst>
          </p:cNvPr>
          <p:cNvGrpSpPr/>
          <p:nvPr/>
        </p:nvGrpSpPr>
        <p:grpSpPr>
          <a:xfrm>
            <a:off x="9455625" y="1516618"/>
            <a:ext cx="339149" cy="339149"/>
            <a:chOff x="0" y="0"/>
            <a:chExt cx="812800" cy="812800"/>
          </a:xfrm>
        </p:grpSpPr>
        <p:sp>
          <p:nvSpPr>
            <p:cNvPr id="17816" name="Freeform 111">
              <a:extLst>
                <a:ext uri="{FF2B5EF4-FFF2-40B4-BE49-F238E27FC236}">
                  <a16:creationId xmlns:a16="http://schemas.microsoft.com/office/drawing/2014/main" id="{CB684A6B-8F48-F7DE-F582-A88EDBD25D8B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8F8F8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17817" name="TextBox 112">
              <a:extLst>
                <a:ext uri="{FF2B5EF4-FFF2-40B4-BE49-F238E27FC236}">
                  <a16:creationId xmlns:a16="http://schemas.microsoft.com/office/drawing/2014/main" id="{8BDD33DD-07A9-82BB-FABD-40C9279DEE7A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42379" tIns="42379" rIns="42379" bIns="42379" rtlCol="0" anchor="ctr"/>
            <a:lstStyle/>
            <a:p>
              <a:pPr algn="ctr">
                <a:lnSpc>
                  <a:spcPts val="965"/>
                </a:lnSpc>
              </a:pPr>
              <a:endParaRPr/>
            </a:p>
          </p:txBody>
        </p:sp>
      </p:grpSp>
      <p:grpSp>
        <p:nvGrpSpPr>
          <p:cNvPr id="17818" name="Group 113">
            <a:extLst>
              <a:ext uri="{FF2B5EF4-FFF2-40B4-BE49-F238E27FC236}">
                <a16:creationId xmlns:a16="http://schemas.microsoft.com/office/drawing/2014/main" id="{8E526538-7C96-9A7E-0382-D97E518D55E6}"/>
              </a:ext>
            </a:extLst>
          </p:cNvPr>
          <p:cNvGrpSpPr/>
          <p:nvPr/>
        </p:nvGrpSpPr>
        <p:grpSpPr>
          <a:xfrm>
            <a:off x="8254019" y="2699132"/>
            <a:ext cx="2824618" cy="1036395"/>
            <a:chOff x="0" y="0"/>
            <a:chExt cx="2828460" cy="1037804"/>
          </a:xfrm>
        </p:grpSpPr>
        <p:sp>
          <p:nvSpPr>
            <p:cNvPr id="17819" name="Freeform 114">
              <a:extLst>
                <a:ext uri="{FF2B5EF4-FFF2-40B4-BE49-F238E27FC236}">
                  <a16:creationId xmlns:a16="http://schemas.microsoft.com/office/drawing/2014/main" id="{5A47F4D6-028D-C71B-3ADB-9AF78EB594CC}"/>
                </a:ext>
              </a:extLst>
            </p:cNvPr>
            <p:cNvSpPr/>
            <p:nvPr/>
          </p:nvSpPr>
          <p:spPr>
            <a:xfrm>
              <a:off x="40014" y="45156"/>
              <a:ext cx="2788445" cy="991943"/>
            </a:xfrm>
            <a:custGeom>
              <a:avLst/>
              <a:gdLst/>
              <a:ahLst/>
              <a:cxnLst/>
              <a:rect l="l" t="t" r="r" b="b"/>
              <a:pathLst>
                <a:path w="2788445" h="991943">
                  <a:moveTo>
                    <a:pt x="626" y="962168"/>
                  </a:moveTo>
                  <a:cubicBezTo>
                    <a:pt x="-1914" y="971058"/>
                    <a:pt x="3166" y="977408"/>
                    <a:pt x="17950" y="978678"/>
                  </a:cubicBezTo>
                  <a:cubicBezTo>
                    <a:pt x="34983" y="979948"/>
                    <a:pt x="49887" y="979948"/>
                    <a:pt x="66921" y="979948"/>
                  </a:cubicBezTo>
                  <a:cubicBezTo>
                    <a:pt x="135053" y="981218"/>
                    <a:pt x="203186" y="981218"/>
                    <a:pt x="273448" y="982488"/>
                  </a:cubicBezTo>
                  <a:cubicBezTo>
                    <a:pt x="311772" y="983758"/>
                    <a:pt x="350097" y="985028"/>
                    <a:pt x="386293" y="986298"/>
                  </a:cubicBezTo>
                  <a:cubicBezTo>
                    <a:pt x="450167" y="987568"/>
                    <a:pt x="511912" y="987568"/>
                    <a:pt x="575787" y="988838"/>
                  </a:cubicBezTo>
                  <a:cubicBezTo>
                    <a:pt x="601337" y="988838"/>
                    <a:pt x="624757" y="988838"/>
                    <a:pt x="650307" y="987568"/>
                  </a:cubicBezTo>
                  <a:cubicBezTo>
                    <a:pt x="660953" y="987568"/>
                    <a:pt x="673728" y="986298"/>
                    <a:pt x="684373" y="986298"/>
                  </a:cubicBezTo>
                  <a:cubicBezTo>
                    <a:pt x="726956" y="987568"/>
                    <a:pt x="1578615" y="978678"/>
                    <a:pt x="1621198" y="979948"/>
                  </a:cubicBezTo>
                  <a:cubicBezTo>
                    <a:pt x="1680814" y="981218"/>
                    <a:pt x="1844759" y="981218"/>
                    <a:pt x="1904375" y="981218"/>
                  </a:cubicBezTo>
                  <a:cubicBezTo>
                    <a:pt x="1927796" y="981218"/>
                    <a:pt x="1949087" y="979948"/>
                    <a:pt x="1972508" y="979948"/>
                  </a:cubicBezTo>
                  <a:lnTo>
                    <a:pt x="2087482" y="983758"/>
                  </a:lnTo>
                  <a:cubicBezTo>
                    <a:pt x="2170518" y="986298"/>
                    <a:pt x="2251426" y="983758"/>
                    <a:pt x="2334463" y="987568"/>
                  </a:cubicBezTo>
                  <a:cubicBezTo>
                    <a:pt x="2472857" y="992648"/>
                    <a:pt x="2613381" y="986298"/>
                    <a:pt x="2724946" y="991378"/>
                  </a:cubicBezTo>
                  <a:cubicBezTo>
                    <a:pt x="2745266" y="992648"/>
                    <a:pt x="2765586" y="991378"/>
                    <a:pt x="2788446" y="991378"/>
                  </a:cubicBezTo>
                  <a:lnTo>
                    <a:pt x="2788446" y="931688"/>
                  </a:lnTo>
                  <a:cubicBezTo>
                    <a:pt x="2787176" y="882856"/>
                    <a:pt x="2785906" y="848699"/>
                    <a:pt x="2785906" y="812407"/>
                  </a:cubicBezTo>
                  <a:cubicBezTo>
                    <a:pt x="2785906" y="770422"/>
                    <a:pt x="2789716" y="727726"/>
                    <a:pt x="2783366" y="685741"/>
                  </a:cubicBezTo>
                  <a:cubicBezTo>
                    <a:pt x="2775746" y="657988"/>
                    <a:pt x="2764316" y="110760"/>
                    <a:pt x="2764316" y="83007"/>
                  </a:cubicBezTo>
                  <a:cubicBezTo>
                    <a:pt x="2761776" y="63794"/>
                    <a:pt x="2760506" y="43868"/>
                    <a:pt x="2757966" y="24655"/>
                  </a:cubicBezTo>
                  <a:cubicBezTo>
                    <a:pt x="2757966" y="18962"/>
                    <a:pt x="2756696" y="13269"/>
                    <a:pt x="2755426" y="5644"/>
                  </a:cubicBezTo>
                  <a:cubicBezTo>
                    <a:pt x="2745266" y="3104"/>
                    <a:pt x="2736376" y="1834"/>
                    <a:pt x="2726216" y="564"/>
                  </a:cubicBezTo>
                  <a:cubicBezTo>
                    <a:pt x="2718596" y="-706"/>
                    <a:pt x="2710976" y="564"/>
                    <a:pt x="2704626" y="564"/>
                  </a:cubicBezTo>
                  <a:lnTo>
                    <a:pt x="7304" y="5644"/>
                  </a:lnTo>
                  <a:lnTo>
                    <a:pt x="626" y="962168"/>
                  </a:lnTo>
                  <a:close/>
                </a:path>
              </a:pathLst>
            </a:custGeom>
            <a:solidFill>
              <a:srgbClr val="FEFA9C"/>
            </a:solidFill>
          </p:spPr>
          <p:txBody>
            <a:bodyPr/>
            <a:lstStyle/>
            <a:p>
              <a:endParaRPr lang="en-AU"/>
            </a:p>
          </p:txBody>
        </p:sp>
        <p:sp>
          <p:nvSpPr>
            <p:cNvPr id="17820" name="Freeform 115">
              <a:extLst>
                <a:ext uri="{FF2B5EF4-FFF2-40B4-BE49-F238E27FC236}">
                  <a16:creationId xmlns:a16="http://schemas.microsoft.com/office/drawing/2014/main" id="{96B78AFD-3B31-CC56-D1B3-953ECC3A642D}"/>
                </a:ext>
              </a:extLst>
            </p:cNvPr>
            <p:cNvSpPr/>
            <p:nvPr/>
          </p:nvSpPr>
          <p:spPr>
            <a:xfrm>
              <a:off x="11430" y="16510"/>
              <a:ext cx="2767500" cy="983194"/>
            </a:xfrm>
            <a:custGeom>
              <a:avLst/>
              <a:gdLst/>
              <a:ahLst/>
              <a:cxnLst/>
              <a:rect l="l" t="t" r="r" b="b"/>
              <a:pathLst>
                <a:path w="2767500" h="983194">
                  <a:moveTo>
                    <a:pt x="2767500" y="983194"/>
                  </a:moveTo>
                  <a:lnTo>
                    <a:pt x="0" y="975574"/>
                  </a:lnTo>
                  <a:lnTo>
                    <a:pt x="0" y="350754"/>
                  </a:lnTo>
                  <a:lnTo>
                    <a:pt x="7620" y="20320"/>
                  </a:lnTo>
                  <a:lnTo>
                    <a:pt x="1383639" y="0"/>
                  </a:lnTo>
                  <a:lnTo>
                    <a:pt x="2745910" y="8890"/>
                  </a:lnTo>
                  <a:close/>
                </a:path>
              </a:pathLst>
            </a:custGeom>
            <a:solidFill>
              <a:srgbClr val="F8F8F8"/>
            </a:solidFill>
          </p:spPr>
          <p:txBody>
            <a:bodyPr/>
            <a:lstStyle/>
            <a:p>
              <a:endParaRPr lang="en-AU"/>
            </a:p>
          </p:txBody>
        </p:sp>
        <p:sp>
          <p:nvSpPr>
            <p:cNvPr id="17821" name="Freeform 116">
              <a:extLst>
                <a:ext uri="{FF2B5EF4-FFF2-40B4-BE49-F238E27FC236}">
                  <a16:creationId xmlns:a16="http://schemas.microsoft.com/office/drawing/2014/main" id="{9E8B258B-6F4D-CD14-1E44-ECA64205C241}"/>
                </a:ext>
              </a:extLst>
            </p:cNvPr>
            <p:cNvSpPr/>
            <p:nvPr/>
          </p:nvSpPr>
          <p:spPr>
            <a:xfrm>
              <a:off x="-215" y="0"/>
              <a:ext cx="2791844" cy="1009158"/>
            </a:xfrm>
            <a:custGeom>
              <a:avLst/>
              <a:gdLst/>
              <a:ahLst/>
              <a:cxnLst/>
              <a:rect l="l" t="t" r="r" b="b"/>
              <a:pathLst>
                <a:path w="2791844" h="1009158">
                  <a:moveTo>
                    <a:pt x="2758825" y="21590"/>
                  </a:moveTo>
                  <a:cubicBezTo>
                    <a:pt x="2760095" y="34290"/>
                    <a:pt x="2760095" y="44450"/>
                    <a:pt x="2761365" y="53444"/>
                  </a:cubicBezTo>
                  <a:cubicBezTo>
                    <a:pt x="2763905" y="72657"/>
                    <a:pt x="2765175" y="92583"/>
                    <a:pt x="2767715" y="111796"/>
                  </a:cubicBezTo>
                  <a:cubicBezTo>
                    <a:pt x="2767715" y="139549"/>
                    <a:pt x="2780415" y="686777"/>
                    <a:pt x="2786765" y="714529"/>
                  </a:cubicBezTo>
                  <a:cubicBezTo>
                    <a:pt x="2793115" y="756514"/>
                    <a:pt x="2789305" y="799211"/>
                    <a:pt x="2789305" y="841196"/>
                  </a:cubicBezTo>
                  <a:cubicBezTo>
                    <a:pt x="2789305" y="878200"/>
                    <a:pt x="2790575" y="912357"/>
                    <a:pt x="2791845" y="948904"/>
                  </a:cubicBezTo>
                  <a:lnTo>
                    <a:pt x="2791845" y="1008594"/>
                  </a:lnTo>
                  <a:cubicBezTo>
                    <a:pt x="2768985" y="1008594"/>
                    <a:pt x="2748665" y="1009864"/>
                    <a:pt x="2728345" y="1008594"/>
                  </a:cubicBezTo>
                  <a:cubicBezTo>
                    <a:pt x="2591865" y="1003514"/>
                    <a:pt x="2451341" y="1009864"/>
                    <a:pt x="2312946" y="1004784"/>
                  </a:cubicBezTo>
                  <a:cubicBezTo>
                    <a:pt x="2229910" y="1000974"/>
                    <a:pt x="2149002" y="1003514"/>
                    <a:pt x="2065965" y="1000974"/>
                  </a:cubicBezTo>
                  <a:lnTo>
                    <a:pt x="1950991" y="997164"/>
                  </a:lnTo>
                  <a:cubicBezTo>
                    <a:pt x="1927571" y="997164"/>
                    <a:pt x="1906279" y="998434"/>
                    <a:pt x="1882858" y="998434"/>
                  </a:cubicBezTo>
                  <a:cubicBezTo>
                    <a:pt x="1823242" y="997164"/>
                    <a:pt x="1659298" y="998434"/>
                    <a:pt x="1599682" y="997164"/>
                  </a:cubicBezTo>
                  <a:cubicBezTo>
                    <a:pt x="1557099" y="995894"/>
                    <a:pt x="705440" y="1004784"/>
                    <a:pt x="662857" y="1003514"/>
                  </a:cubicBezTo>
                  <a:cubicBezTo>
                    <a:pt x="652211" y="1003514"/>
                    <a:pt x="639436" y="1004784"/>
                    <a:pt x="628791" y="1004784"/>
                  </a:cubicBezTo>
                  <a:cubicBezTo>
                    <a:pt x="603241" y="1004784"/>
                    <a:pt x="579820" y="1006054"/>
                    <a:pt x="554271" y="1006054"/>
                  </a:cubicBezTo>
                  <a:cubicBezTo>
                    <a:pt x="490396" y="1006054"/>
                    <a:pt x="428651" y="1004784"/>
                    <a:pt x="364776" y="1003514"/>
                  </a:cubicBezTo>
                  <a:cubicBezTo>
                    <a:pt x="326452" y="1002244"/>
                    <a:pt x="288127" y="1000974"/>
                    <a:pt x="251932" y="999704"/>
                  </a:cubicBezTo>
                  <a:cubicBezTo>
                    <a:pt x="183799" y="998434"/>
                    <a:pt x="115666" y="997164"/>
                    <a:pt x="45404" y="997164"/>
                  </a:cubicBezTo>
                  <a:cubicBezTo>
                    <a:pt x="34505" y="997164"/>
                    <a:pt x="25615" y="997164"/>
                    <a:pt x="15455" y="995894"/>
                  </a:cubicBezTo>
                  <a:cubicBezTo>
                    <a:pt x="6565" y="994624"/>
                    <a:pt x="1485" y="988274"/>
                    <a:pt x="4025" y="979384"/>
                  </a:cubicBezTo>
                  <a:cubicBezTo>
                    <a:pt x="12915" y="947938"/>
                    <a:pt x="9105" y="930147"/>
                    <a:pt x="7835" y="911645"/>
                  </a:cubicBezTo>
                  <a:cubicBezTo>
                    <a:pt x="6565" y="873930"/>
                    <a:pt x="2755" y="836926"/>
                    <a:pt x="4025" y="799211"/>
                  </a:cubicBezTo>
                  <a:cubicBezTo>
                    <a:pt x="1485" y="752245"/>
                    <a:pt x="-3595" y="170860"/>
                    <a:pt x="4025" y="123182"/>
                  </a:cubicBezTo>
                  <a:cubicBezTo>
                    <a:pt x="5295" y="113931"/>
                    <a:pt x="4025" y="103968"/>
                    <a:pt x="5295" y="94717"/>
                  </a:cubicBezTo>
                  <a:cubicBezTo>
                    <a:pt x="6565" y="79774"/>
                    <a:pt x="9105" y="63407"/>
                    <a:pt x="10375" y="44450"/>
                  </a:cubicBezTo>
                  <a:cubicBezTo>
                    <a:pt x="10375" y="41910"/>
                    <a:pt x="11645" y="39370"/>
                    <a:pt x="12915" y="38100"/>
                  </a:cubicBezTo>
                  <a:cubicBezTo>
                    <a:pt x="34505" y="35560"/>
                    <a:pt x="62437" y="30480"/>
                    <a:pt x="96504" y="29210"/>
                  </a:cubicBezTo>
                  <a:cubicBezTo>
                    <a:pt x="153991" y="25400"/>
                    <a:pt x="211478" y="22860"/>
                    <a:pt x="271094" y="20320"/>
                  </a:cubicBezTo>
                  <a:cubicBezTo>
                    <a:pt x="311548" y="17780"/>
                    <a:pt x="352001" y="16510"/>
                    <a:pt x="390326" y="13970"/>
                  </a:cubicBezTo>
                  <a:cubicBezTo>
                    <a:pt x="428651" y="11430"/>
                    <a:pt x="469105" y="8890"/>
                    <a:pt x="507429" y="8890"/>
                  </a:cubicBezTo>
                  <a:cubicBezTo>
                    <a:pt x="550012" y="7620"/>
                    <a:pt x="592595" y="10160"/>
                    <a:pt x="635178" y="8890"/>
                  </a:cubicBezTo>
                  <a:cubicBezTo>
                    <a:pt x="688407" y="8890"/>
                    <a:pt x="1652911" y="6350"/>
                    <a:pt x="1706139" y="5080"/>
                  </a:cubicBezTo>
                  <a:cubicBezTo>
                    <a:pt x="1757239" y="3810"/>
                    <a:pt x="1808339" y="2540"/>
                    <a:pt x="1861567" y="2540"/>
                  </a:cubicBezTo>
                  <a:cubicBezTo>
                    <a:pt x="1948862" y="1270"/>
                    <a:pt x="2034028" y="0"/>
                    <a:pt x="2121323" y="0"/>
                  </a:cubicBezTo>
                  <a:cubicBezTo>
                    <a:pt x="2157519" y="0"/>
                    <a:pt x="2195843" y="2540"/>
                    <a:pt x="2232039" y="2540"/>
                  </a:cubicBezTo>
                  <a:cubicBezTo>
                    <a:pt x="2332109" y="3810"/>
                    <a:pt x="2434308" y="5080"/>
                    <a:pt x="2534378" y="7620"/>
                  </a:cubicBezTo>
                  <a:cubicBezTo>
                    <a:pt x="2587606" y="8890"/>
                    <a:pt x="2640835" y="12700"/>
                    <a:pt x="2694064" y="16510"/>
                  </a:cubicBezTo>
                  <a:lnTo>
                    <a:pt x="2728345" y="16510"/>
                  </a:lnTo>
                  <a:cubicBezTo>
                    <a:pt x="2739775" y="17780"/>
                    <a:pt x="2748665" y="20320"/>
                    <a:pt x="2758825" y="21590"/>
                  </a:cubicBezTo>
                  <a:close/>
                  <a:moveTo>
                    <a:pt x="2768985" y="992084"/>
                  </a:moveTo>
                  <a:cubicBezTo>
                    <a:pt x="2770255" y="975574"/>
                    <a:pt x="2771525" y="962874"/>
                    <a:pt x="2771525" y="950174"/>
                  </a:cubicBezTo>
                  <a:cubicBezTo>
                    <a:pt x="2770255" y="908799"/>
                    <a:pt x="2768985" y="871084"/>
                    <a:pt x="2768985" y="830522"/>
                  </a:cubicBezTo>
                  <a:cubicBezTo>
                    <a:pt x="2768985" y="812020"/>
                    <a:pt x="2771525" y="793518"/>
                    <a:pt x="2770255" y="775016"/>
                  </a:cubicBezTo>
                  <a:cubicBezTo>
                    <a:pt x="2770255" y="757938"/>
                    <a:pt x="2768985" y="740148"/>
                    <a:pt x="2767715" y="723069"/>
                  </a:cubicBezTo>
                  <a:cubicBezTo>
                    <a:pt x="2762635" y="696739"/>
                    <a:pt x="2751205" y="151646"/>
                    <a:pt x="2751205" y="125317"/>
                  </a:cubicBezTo>
                  <a:cubicBezTo>
                    <a:pt x="2748665" y="103257"/>
                    <a:pt x="2746125" y="80485"/>
                    <a:pt x="2743585" y="58425"/>
                  </a:cubicBezTo>
                  <a:cubicBezTo>
                    <a:pt x="2742315" y="44450"/>
                    <a:pt x="2741045" y="43180"/>
                    <a:pt x="2723872" y="41910"/>
                  </a:cubicBezTo>
                  <a:cubicBezTo>
                    <a:pt x="2717484" y="41910"/>
                    <a:pt x="2713226" y="41910"/>
                    <a:pt x="2706839" y="40640"/>
                  </a:cubicBezTo>
                  <a:cubicBezTo>
                    <a:pt x="2653610" y="36830"/>
                    <a:pt x="2598252" y="31750"/>
                    <a:pt x="2545023" y="30480"/>
                  </a:cubicBezTo>
                  <a:cubicBezTo>
                    <a:pt x="2415146" y="26670"/>
                    <a:pt x="2283138" y="25400"/>
                    <a:pt x="2153260" y="22860"/>
                  </a:cubicBezTo>
                  <a:lnTo>
                    <a:pt x="1999962" y="22860"/>
                  </a:lnTo>
                  <a:cubicBezTo>
                    <a:pt x="1931829" y="22860"/>
                    <a:pt x="1863696" y="22860"/>
                    <a:pt x="1797693" y="24130"/>
                  </a:cubicBezTo>
                  <a:cubicBezTo>
                    <a:pt x="1740206" y="25400"/>
                    <a:pt x="771444" y="29210"/>
                    <a:pt x="713957" y="29210"/>
                  </a:cubicBezTo>
                  <a:cubicBezTo>
                    <a:pt x="620274" y="29210"/>
                    <a:pt x="526592" y="26670"/>
                    <a:pt x="432909" y="33020"/>
                  </a:cubicBezTo>
                  <a:cubicBezTo>
                    <a:pt x="383939" y="36830"/>
                    <a:pt x="337097" y="36830"/>
                    <a:pt x="290256" y="38100"/>
                  </a:cubicBezTo>
                  <a:cubicBezTo>
                    <a:pt x="209349" y="41910"/>
                    <a:pt x="128441" y="45720"/>
                    <a:pt x="47533" y="50800"/>
                  </a:cubicBezTo>
                  <a:cubicBezTo>
                    <a:pt x="33235" y="50800"/>
                    <a:pt x="30695" y="52732"/>
                    <a:pt x="29425" y="61272"/>
                  </a:cubicBezTo>
                  <a:cubicBezTo>
                    <a:pt x="28155" y="74081"/>
                    <a:pt x="28155" y="86890"/>
                    <a:pt x="26885" y="99699"/>
                  </a:cubicBezTo>
                  <a:cubicBezTo>
                    <a:pt x="25615" y="121047"/>
                    <a:pt x="23075" y="141684"/>
                    <a:pt x="21805" y="163032"/>
                  </a:cubicBezTo>
                  <a:cubicBezTo>
                    <a:pt x="16725" y="185803"/>
                    <a:pt x="23075" y="742282"/>
                    <a:pt x="25615" y="765054"/>
                  </a:cubicBezTo>
                  <a:cubicBezTo>
                    <a:pt x="25615" y="789249"/>
                    <a:pt x="25615" y="814155"/>
                    <a:pt x="26885" y="838350"/>
                  </a:cubicBezTo>
                  <a:cubicBezTo>
                    <a:pt x="26885" y="856140"/>
                    <a:pt x="29425" y="873930"/>
                    <a:pt x="29425" y="891720"/>
                  </a:cubicBezTo>
                  <a:cubicBezTo>
                    <a:pt x="29425" y="910934"/>
                    <a:pt x="29425" y="930147"/>
                    <a:pt x="28155" y="950174"/>
                  </a:cubicBezTo>
                  <a:lnTo>
                    <a:pt x="28155" y="960334"/>
                  </a:lnTo>
                  <a:cubicBezTo>
                    <a:pt x="28155" y="970494"/>
                    <a:pt x="31965" y="974304"/>
                    <a:pt x="40855" y="974304"/>
                  </a:cubicBezTo>
                  <a:cubicBezTo>
                    <a:pt x="66696" y="974304"/>
                    <a:pt x="96504" y="975574"/>
                    <a:pt x="124183" y="975574"/>
                  </a:cubicBezTo>
                  <a:cubicBezTo>
                    <a:pt x="164637" y="975574"/>
                    <a:pt x="207219" y="973034"/>
                    <a:pt x="247673" y="975574"/>
                  </a:cubicBezTo>
                  <a:cubicBezTo>
                    <a:pt x="313677" y="979384"/>
                    <a:pt x="379680" y="981924"/>
                    <a:pt x="445684" y="980654"/>
                  </a:cubicBezTo>
                  <a:cubicBezTo>
                    <a:pt x="488267" y="979384"/>
                    <a:pt x="528721" y="981924"/>
                    <a:pt x="571304" y="981924"/>
                  </a:cubicBezTo>
                  <a:cubicBezTo>
                    <a:pt x="633049" y="981924"/>
                    <a:pt x="694794" y="980654"/>
                    <a:pt x="756540" y="981924"/>
                  </a:cubicBezTo>
                  <a:cubicBezTo>
                    <a:pt x="848093" y="983194"/>
                    <a:pt x="1853051" y="973034"/>
                    <a:pt x="1946733" y="975574"/>
                  </a:cubicBezTo>
                  <a:cubicBezTo>
                    <a:pt x="1987187" y="976844"/>
                    <a:pt x="2027641" y="978114"/>
                    <a:pt x="2065965" y="978114"/>
                  </a:cubicBezTo>
                  <a:cubicBezTo>
                    <a:pt x="2136227" y="980654"/>
                    <a:pt x="2204360" y="976844"/>
                    <a:pt x="2274622" y="980654"/>
                  </a:cubicBezTo>
                  <a:cubicBezTo>
                    <a:pt x="2332109" y="983194"/>
                    <a:pt x="2389596" y="983194"/>
                    <a:pt x="2447083" y="985734"/>
                  </a:cubicBezTo>
                  <a:cubicBezTo>
                    <a:pt x="2532249" y="989544"/>
                    <a:pt x="2617415" y="992084"/>
                    <a:pt x="2702580" y="993354"/>
                  </a:cubicBezTo>
                  <a:cubicBezTo>
                    <a:pt x="2730885" y="993354"/>
                    <a:pt x="2748665" y="992084"/>
                    <a:pt x="2768985" y="992084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17822" name="Group 117">
            <a:extLst>
              <a:ext uri="{FF2B5EF4-FFF2-40B4-BE49-F238E27FC236}">
                <a16:creationId xmlns:a16="http://schemas.microsoft.com/office/drawing/2014/main" id="{A14C26D8-5ADD-538A-B9C8-38BA71940361}"/>
              </a:ext>
            </a:extLst>
          </p:cNvPr>
          <p:cNvGrpSpPr/>
          <p:nvPr/>
        </p:nvGrpSpPr>
        <p:grpSpPr>
          <a:xfrm>
            <a:off x="8927474" y="2547915"/>
            <a:ext cx="1497368" cy="299114"/>
            <a:chOff x="0" y="0"/>
            <a:chExt cx="1860660" cy="371685"/>
          </a:xfrm>
        </p:grpSpPr>
        <p:sp>
          <p:nvSpPr>
            <p:cNvPr id="17823" name="Freeform 118">
              <a:extLst>
                <a:ext uri="{FF2B5EF4-FFF2-40B4-BE49-F238E27FC236}">
                  <a16:creationId xmlns:a16="http://schemas.microsoft.com/office/drawing/2014/main" id="{25994873-F97A-437A-C6EA-77E9514D6031}"/>
                </a:ext>
              </a:extLst>
            </p:cNvPr>
            <p:cNvSpPr/>
            <p:nvPr/>
          </p:nvSpPr>
          <p:spPr>
            <a:xfrm>
              <a:off x="39989" y="45156"/>
              <a:ext cx="1820671" cy="325824"/>
            </a:xfrm>
            <a:custGeom>
              <a:avLst/>
              <a:gdLst/>
              <a:ahLst/>
              <a:cxnLst/>
              <a:rect l="l" t="t" r="r" b="b"/>
              <a:pathLst>
                <a:path w="1820671" h="325824">
                  <a:moveTo>
                    <a:pt x="651" y="296049"/>
                  </a:moveTo>
                  <a:cubicBezTo>
                    <a:pt x="-1889" y="304939"/>
                    <a:pt x="3191" y="311289"/>
                    <a:pt x="12704" y="312559"/>
                  </a:cubicBezTo>
                  <a:cubicBezTo>
                    <a:pt x="23591" y="313829"/>
                    <a:pt x="33117" y="313829"/>
                    <a:pt x="44003" y="313829"/>
                  </a:cubicBezTo>
                  <a:cubicBezTo>
                    <a:pt x="87550" y="315099"/>
                    <a:pt x="131096" y="315099"/>
                    <a:pt x="176004" y="316369"/>
                  </a:cubicBezTo>
                  <a:cubicBezTo>
                    <a:pt x="200498" y="317639"/>
                    <a:pt x="224993" y="318909"/>
                    <a:pt x="248127" y="320179"/>
                  </a:cubicBezTo>
                  <a:cubicBezTo>
                    <a:pt x="288952" y="321449"/>
                    <a:pt x="328416" y="321449"/>
                    <a:pt x="369241" y="322719"/>
                  </a:cubicBezTo>
                  <a:cubicBezTo>
                    <a:pt x="385571" y="322719"/>
                    <a:pt x="400540" y="322719"/>
                    <a:pt x="416870" y="321449"/>
                  </a:cubicBezTo>
                  <a:cubicBezTo>
                    <a:pt x="423674" y="321449"/>
                    <a:pt x="431839" y="320179"/>
                    <a:pt x="438643" y="320179"/>
                  </a:cubicBezTo>
                  <a:cubicBezTo>
                    <a:pt x="465860" y="321449"/>
                    <a:pt x="1010191" y="312559"/>
                    <a:pt x="1037408" y="313829"/>
                  </a:cubicBezTo>
                  <a:cubicBezTo>
                    <a:pt x="1075511" y="315099"/>
                    <a:pt x="1180295" y="315099"/>
                    <a:pt x="1218398" y="315099"/>
                  </a:cubicBezTo>
                  <a:cubicBezTo>
                    <a:pt x="1233367" y="315099"/>
                    <a:pt x="1246975" y="313829"/>
                    <a:pt x="1261944" y="313829"/>
                  </a:cubicBezTo>
                  <a:lnTo>
                    <a:pt x="1335429" y="317639"/>
                  </a:lnTo>
                  <a:cubicBezTo>
                    <a:pt x="1388502" y="320179"/>
                    <a:pt x="1440213" y="317639"/>
                    <a:pt x="1493285" y="321449"/>
                  </a:cubicBezTo>
                  <a:cubicBezTo>
                    <a:pt x="1581739" y="326529"/>
                    <a:pt x="1671554" y="320179"/>
                    <a:pt x="1757171" y="325259"/>
                  </a:cubicBezTo>
                  <a:cubicBezTo>
                    <a:pt x="1777491" y="326529"/>
                    <a:pt x="1797811" y="325259"/>
                    <a:pt x="1820671" y="325259"/>
                  </a:cubicBezTo>
                  <a:lnTo>
                    <a:pt x="1820671" y="265569"/>
                  </a:lnTo>
                  <a:cubicBezTo>
                    <a:pt x="1819401" y="231832"/>
                    <a:pt x="1818131" y="223058"/>
                    <a:pt x="1818131" y="213736"/>
                  </a:cubicBezTo>
                  <a:cubicBezTo>
                    <a:pt x="1818131" y="202951"/>
                    <a:pt x="1821941" y="191984"/>
                    <a:pt x="1815591" y="181199"/>
                  </a:cubicBezTo>
                  <a:cubicBezTo>
                    <a:pt x="1807971" y="174070"/>
                    <a:pt x="1796541" y="33505"/>
                    <a:pt x="1796541" y="26377"/>
                  </a:cubicBezTo>
                  <a:cubicBezTo>
                    <a:pt x="1794001" y="21441"/>
                    <a:pt x="1792731" y="16323"/>
                    <a:pt x="1790191" y="11388"/>
                  </a:cubicBezTo>
                  <a:cubicBezTo>
                    <a:pt x="1790191" y="9926"/>
                    <a:pt x="1788921" y="8463"/>
                    <a:pt x="1787651" y="5644"/>
                  </a:cubicBezTo>
                  <a:cubicBezTo>
                    <a:pt x="1777491" y="3104"/>
                    <a:pt x="1768601" y="1834"/>
                    <a:pt x="1758441" y="564"/>
                  </a:cubicBezTo>
                  <a:cubicBezTo>
                    <a:pt x="1750821" y="-706"/>
                    <a:pt x="1743201" y="564"/>
                    <a:pt x="1736851" y="564"/>
                  </a:cubicBezTo>
                  <a:lnTo>
                    <a:pt x="5900" y="5644"/>
                  </a:lnTo>
                  <a:lnTo>
                    <a:pt x="651" y="296049"/>
                  </a:lnTo>
                  <a:close/>
                </a:path>
              </a:pathLst>
            </a:custGeom>
            <a:solidFill>
              <a:srgbClr val="FCFCF8"/>
            </a:solidFill>
          </p:spPr>
          <p:txBody>
            <a:bodyPr/>
            <a:lstStyle/>
            <a:p>
              <a:endParaRPr lang="en-AU"/>
            </a:p>
          </p:txBody>
        </p:sp>
        <p:sp>
          <p:nvSpPr>
            <p:cNvPr id="17824" name="Freeform 119">
              <a:extLst>
                <a:ext uri="{FF2B5EF4-FFF2-40B4-BE49-F238E27FC236}">
                  <a16:creationId xmlns:a16="http://schemas.microsoft.com/office/drawing/2014/main" id="{B4A3121F-323A-F3F4-E970-F037E203C49A}"/>
                </a:ext>
              </a:extLst>
            </p:cNvPr>
            <p:cNvSpPr/>
            <p:nvPr/>
          </p:nvSpPr>
          <p:spPr>
            <a:xfrm>
              <a:off x="11430" y="16510"/>
              <a:ext cx="1799700" cy="317075"/>
            </a:xfrm>
            <a:custGeom>
              <a:avLst/>
              <a:gdLst/>
              <a:ahLst/>
              <a:cxnLst/>
              <a:rect l="l" t="t" r="r" b="b"/>
              <a:pathLst>
                <a:path w="1799700" h="317075">
                  <a:moveTo>
                    <a:pt x="1799700" y="317075"/>
                  </a:moveTo>
                  <a:lnTo>
                    <a:pt x="0" y="309455"/>
                  </a:lnTo>
                  <a:lnTo>
                    <a:pt x="0" y="116440"/>
                  </a:lnTo>
                  <a:lnTo>
                    <a:pt x="7620" y="20320"/>
                  </a:lnTo>
                  <a:lnTo>
                    <a:pt x="895863" y="0"/>
                  </a:lnTo>
                  <a:lnTo>
                    <a:pt x="1778110" y="8890"/>
                  </a:lnTo>
                  <a:close/>
                </a:path>
              </a:pathLst>
            </a:custGeom>
            <a:solidFill>
              <a:srgbClr val="FEFA9C"/>
            </a:solidFill>
          </p:spPr>
          <p:txBody>
            <a:bodyPr/>
            <a:lstStyle/>
            <a:p>
              <a:endParaRPr lang="en-AU"/>
            </a:p>
          </p:txBody>
        </p:sp>
        <p:sp>
          <p:nvSpPr>
            <p:cNvPr id="17825" name="Freeform 120">
              <a:extLst>
                <a:ext uri="{FF2B5EF4-FFF2-40B4-BE49-F238E27FC236}">
                  <a16:creationId xmlns:a16="http://schemas.microsoft.com/office/drawing/2014/main" id="{1CCF8EF2-00A1-4505-360D-DEED935D6B95}"/>
                </a:ext>
              </a:extLst>
            </p:cNvPr>
            <p:cNvSpPr/>
            <p:nvPr/>
          </p:nvSpPr>
          <p:spPr>
            <a:xfrm>
              <a:off x="-215" y="0"/>
              <a:ext cx="1824045" cy="343039"/>
            </a:xfrm>
            <a:custGeom>
              <a:avLst/>
              <a:gdLst/>
              <a:ahLst/>
              <a:cxnLst/>
              <a:rect l="l" t="t" r="r" b="b"/>
              <a:pathLst>
                <a:path w="1824045" h="343039">
                  <a:moveTo>
                    <a:pt x="1791025" y="21590"/>
                  </a:moveTo>
                  <a:cubicBezTo>
                    <a:pt x="1792295" y="34290"/>
                    <a:pt x="1792295" y="44450"/>
                    <a:pt x="1793565" y="52340"/>
                  </a:cubicBezTo>
                  <a:cubicBezTo>
                    <a:pt x="1796105" y="57275"/>
                    <a:pt x="1797375" y="62393"/>
                    <a:pt x="1799915" y="67328"/>
                  </a:cubicBezTo>
                  <a:cubicBezTo>
                    <a:pt x="1799915" y="74457"/>
                    <a:pt x="1812615" y="215022"/>
                    <a:pt x="1818965" y="222151"/>
                  </a:cubicBezTo>
                  <a:cubicBezTo>
                    <a:pt x="1825315" y="232936"/>
                    <a:pt x="1821505" y="243903"/>
                    <a:pt x="1821505" y="254687"/>
                  </a:cubicBezTo>
                  <a:cubicBezTo>
                    <a:pt x="1821505" y="264192"/>
                    <a:pt x="1822775" y="272966"/>
                    <a:pt x="1824045" y="282785"/>
                  </a:cubicBezTo>
                  <a:lnTo>
                    <a:pt x="1824045" y="342475"/>
                  </a:lnTo>
                  <a:cubicBezTo>
                    <a:pt x="1801185" y="342475"/>
                    <a:pt x="1780865" y="343745"/>
                    <a:pt x="1760545" y="342475"/>
                  </a:cubicBezTo>
                  <a:cubicBezTo>
                    <a:pt x="1672294" y="337395"/>
                    <a:pt x="1582479" y="343745"/>
                    <a:pt x="1494025" y="338665"/>
                  </a:cubicBezTo>
                  <a:cubicBezTo>
                    <a:pt x="1440953" y="334855"/>
                    <a:pt x="1389241" y="337395"/>
                    <a:pt x="1336169" y="334855"/>
                  </a:cubicBezTo>
                  <a:lnTo>
                    <a:pt x="1262684" y="331045"/>
                  </a:lnTo>
                  <a:cubicBezTo>
                    <a:pt x="1247715" y="331045"/>
                    <a:pt x="1234107" y="332315"/>
                    <a:pt x="1219138" y="332315"/>
                  </a:cubicBezTo>
                  <a:cubicBezTo>
                    <a:pt x="1181035" y="331045"/>
                    <a:pt x="1076251" y="332315"/>
                    <a:pt x="1038148" y="331045"/>
                  </a:cubicBezTo>
                  <a:cubicBezTo>
                    <a:pt x="1010931" y="329775"/>
                    <a:pt x="466600" y="338665"/>
                    <a:pt x="439383" y="337395"/>
                  </a:cubicBezTo>
                  <a:cubicBezTo>
                    <a:pt x="432579" y="337395"/>
                    <a:pt x="424414" y="338665"/>
                    <a:pt x="417610" y="338665"/>
                  </a:cubicBezTo>
                  <a:cubicBezTo>
                    <a:pt x="401280" y="338665"/>
                    <a:pt x="386311" y="339935"/>
                    <a:pt x="369981" y="339935"/>
                  </a:cubicBezTo>
                  <a:cubicBezTo>
                    <a:pt x="329156" y="339935"/>
                    <a:pt x="289692" y="338665"/>
                    <a:pt x="248867" y="337395"/>
                  </a:cubicBezTo>
                  <a:cubicBezTo>
                    <a:pt x="224372" y="336125"/>
                    <a:pt x="199878" y="334855"/>
                    <a:pt x="176743" y="333585"/>
                  </a:cubicBezTo>
                  <a:cubicBezTo>
                    <a:pt x="133197" y="332315"/>
                    <a:pt x="89650" y="331045"/>
                    <a:pt x="44743" y="331045"/>
                  </a:cubicBezTo>
                  <a:cubicBezTo>
                    <a:pt x="34505" y="331045"/>
                    <a:pt x="25615" y="331045"/>
                    <a:pt x="15455" y="329775"/>
                  </a:cubicBezTo>
                  <a:cubicBezTo>
                    <a:pt x="6565" y="328505"/>
                    <a:pt x="1485" y="322155"/>
                    <a:pt x="4025" y="313265"/>
                  </a:cubicBezTo>
                  <a:cubicBezTo>
                    <a:pt x="12915" y="282106"/>
                    <a:pt x="9105" y="277536"/>
                    <a:pt x="7835" y="272784"/>
                  </a:cubicBezTo>
                  <a:cubicBezTo>
                    <a:pt x="6565" y="263096"/>
                    <a:pt x="2755" y="253591"/>
                    <a:pt x="4025" y="243903"/>
                  </a:cubicBezTo>
                  <a:cubicBezTo>
                    <a:pt x="1485" y="231839"/>
                    <a:pt x="-3595" y="82500"/>
                    <a:pt x="4025" y="70253"/>
                  </a:cubicBezTo>
                  <a:cubicBezTo>
                    <a:pt x="5295" y="67877"/>
                    <a:pt x="4025" y="65318"/>
                    <a:pt x="5295" y="62941"/>
                  </a:cubicBezTo>
                  <a:cubicBezTo>
                    <a:pt x="6565" y="59103"/>
                    <a:pt x="9105" y="54899"/>
                    <a:pt x="10375" y="44450"/>
                  </a:cubicBezTo>
                  <a:cubicBezTo>
                    <a:pt x="10375" y="41910"/>
                    <a:pt x="11645" y="39370"/>
                    <a:pt x="12915" y="38100"/>
                  </a:cubicBezTo>
                  <a:cubicBezTo>
                    <a:pt x="34505" y="35560"/>
                    <a:pt x="55630" y="30480"/>
                    <a:pt x="77403" y="29210"/>
                  </a:cubicBezTo>
                  <a:cubicBezTo>
                    <a:pt x="114145" y="25400"/>
                    <a:pt x="150888" y="22860"/>
                    <a:pt x="188991" y="20320"/>
                  </a:cubicBezTo>
                  <a:cubicBezTo>
                    <a:pt x="214847" y="17780"/>
                    <a:pt x="240702" y="16510"/>
                    <a:pt x="265197" y="13970"/>
                  </a:cubicBezTo>
                  <a:cubicBezTo>
                    <a:pt x="289692" y="11430"/>
                    <a:pt x="315548" y="8890"/>
                    <a:pt x="340043" y="8890"/>
                  </a:cubicBezTo>
                  <a:cubicBezTo>
                    <a:pt x="367259" y="7620"/>
                    <a:pt x="394476" y="10160"/>
                    <a:pt x="421693" y="8890"/>
                  </a:cubicBezTo>
                  <a:cubicBezTo>
                    <a:pt x="455713" y="8890"/>
                    <a:pt x="1072168" y="6350"/>
                    <a:pt x="1106189" y="5080"/>
                  </a:cubicBezTo>
                  <a:cubicBezTo>
                    <a:pt x="1138849" y="3810"/>
                    <a:pt x="1171509" y="2540"/>
                    <a:pt x="1205530" y="2540"/>
                  </a:cubicBezTo>
                  <a:cubicBezTo>
                    <a:pt x="1261324" y="1270"/>
                    <a:pt x="1315757" y="0"/>
                    <a:pt x="1371551" y="0"/>
                  </a:cubicBezTo>
                  <a:cubicBezTo>
                    <a:pt x="1394685" y="0"/>
                    <a:pt x="1419180" y="2540"/>
                    <a:pt x="1442314" y="2540"/>
                  </a:cubicBezTo>
                  <a:cubicBezTo>
                    <a:pt x="1506273" y="3810"/>
                    <a:pt x="1571592" y="5080"/>
                    <a:pt x="1635551" y="7620"/>
                  </a:cubicBezTo>
                  <a:cubicBezTo>
                    <a:pt x="1669572" y="8890"/>
                    <a:pt x="1703593" y="12700"/>
                    <a:pt x="1737613" y="16510"/>
                  </a:cubicBezTo>
                  <a:lnTo>
                    <a:pt x="1760545" y="16510"/>
                  </a:lnTo>
                  <a:cubicBezTo>
                    <a:pt x="1771975" y="17780"/>
                    <a:pt x="1780865" y="20320"/>
                    <a:pt x="1791025" y="21590"/>
                  </a:cubicBezTo>
                  <a:close/>
                  <a:moveTo>
                    <a:pt x="1801185" y="325965"/>
                  </a:moveTo>
                  <a:cubicBezTo>
                    <a:pt x="1802455" y="309455"/>
                    <a:pt x="1803725" y="296755"/>
                    <a:pt x="1803725" y="284055"/>
                  </a:cubicBezTo>
                  <a:cubicBezTo>
                    <a:pt x="1802455" y="272052"/>
                    <a:pt x="1801185" y="262365"/>
                    <a:pt x="1801185" y="251946"/>
                  </a:cubicBezTo>
                  <a:cubicBezTo>
                    <a:pt x="1801185" y="247193"/>
                    <a:pt x="1803725" y="242441"/>
                    <a:pt x="1802455" y="237688"/>
                  </a:cubicBezTo>
                  <a:cubicBezTo>
                    <a:pt x="1802455" y="233301"/>
                    <a:pt x="1801185" y="228731"/>
                    <a:pt x="1799915" y="224344"/>
                  </a:cubicBezTo>
                  <a:cubicBezTo>
                    <a:pt x="1794835" y="217581"/>
                    <a:pt x="1783405" y="77565"/>
                    <a:pt x="1783405" y="70801"/>
                  </a:cubicBezTo>
                  <a:cubicBezTo>
                    <a:pt x="1780865" y="65135"/>
                    <a:pt x="1778325" y="59286"/>
                    <a:pt x="1775785" y="53619"/>
                  </a:cubicBezTo>
                  <a:cubicBezTo>
                    <a:pt x="1774515" y="44450"/>
                    <a:pt x="1773245" y="43180"/>
                    <a:pt x="1756665" y="41910"/>
                  </a:cubicBezTo>
                  <a:cubicBezTo>
                    <a:pt x="1752582" y="41910"/>
                    <a:pt x="1749861" y="41910"/>
                    <a:pt x="1745778" y="40640"/>
                  </a:cubicBezTo>
                  <a:cubicBezTo>
                    <a:pt x="1711758" y="36830"/>
                    <a:pt x="1676376" y="31750"/>
                    <a:pt x="1642355" y="30480"/>
                  </a:cubicBezTo>
                  <a:cubicBezTo>
                    <a:pt x="1559345" y="26670"/>
                    <a:pt x="1474974" y="25400"/>
                    <a:pt x="1391963" y="22860"/>
                  </a:cubicBezTo>
                  <a:lnTo>
                    <a:pt x="1293984" y="22860"/>
                  </a:lnTo>
                  <a:cubicBezTo>
                    <a:pt x="1250437" y="22860"/>
                    <a:pt x="1206890" y="22860"/>
                    <a:pt x="1164705" y="24130"/>
                  </a:cubicBezTo>
                  <a:cubicBezTo>
                    <a:pt x="1127962" y="25400"/>
                    <a:pt x="508786" y="29210"/>
                    <a:pt x="472043" y="29210"/>
                  </a:cubicBezTo>
                  <a:cubicBezTo>
                    <a:pt x="412167" y="29210"/>
                    <a:pt x="352290" y="26670"/>
                    <a:pt x="292414" y="33020"/>
                  </a:cubicBezTo>
                  <a:cubicBezTo>
                    <a:pt x="261115" y="36830"/>
                    <a:pt x="231177" y="36830"/>
                    <a:pt x="201238" y="38100"/>
                  </a:cubicBezTo>
                  <a:cubicBezTo>
                    <a:pt x="149527" y="41910"/>
                    <a:pt x="97815" y="45720"/>
                    <a:pt x="46104" y="50800"/>
                  </a:cubicBezTo>
                  <a:cubicBezTo>
                    <a:pt x="33235" y="50800"/>
                    <a:pt x="30695" y="52157"/>
                    <a:pt x="29425" y="54350"/>
                  </a:cubicBezTo>
                  <a:cubicBezTo>
                    <a:pt x="28155" y="57641"/>
                    <a:pt x="28155" y="60931"/>
                    <a:pt x="26885" y="64221"/>
                  </a:cubicBezTo>
                  <a:cubicBezTo>
                    <a:pt x="25615" y="69705"/>
                    <a:pt x="23075" y="75006"/>
                    <a:pt x="21805" y="80489"/>
                  </a:cubicBezTo>
                  <a:cubicBezTo>
                    <a:pt x="16725" y="86339"/>
                    <a:pt x="23075" y="229280"/>
                    <a:pt x="25615" y="235129"/>
                  </a:cubicBezTo>
                  <a:cubicBezTo>
                    <a:pt x="25615" y="241344"/>
                    <a:pt x="25615" y="247741"/>
                    <a:pt x="26885" y="253956"/>
                  </a:cubicBezTo>
                  <a:cubicBezTo>
                    <a:pt x="26885" y="258526"/>
                    <a:pt x="29425" y="263096"/>
                    <a:pt x="29425" y="267666"/>
                  </a:cubicBezTo>
                  <a:cubicBezTo>
                    <a:pt x="29425" y="272601"/>
                    <a:pt x="29425" y="277536"/>
                    <a:pt x="28155" y="284055"/>
                  </a:cubicBezTo>
                  <a:lnTo>
                    <a:pt x="28155" y="294215"/>
                  </a:lnTo>
                  <a:cubicBezTo>
                    <a:pt x="28155" y="304375"/>
                    <a:pt x="31965" y="308185"/>
                    <a:pt x="40855" y="308185"/>
                  </a:cubicBezTo>
                  <a:cubicBezTo>
                    <a:pt x="58351" y="308185"/>
                    <a:pt x="77403" y="309455"/>
                    <a:pt x="95094" y="309455"/>
                  </a:cubicBezTo>
                  <a:cubicBezTo>
                    <a:pt x="120950" y="309455"/>
                    <a:pt x="148166" y="306915"/>
                    <a:pt x="174022" y="309455"/>
                  </a:cubicBezTo>
                  <a:cubicBezTo>
                    <a:pt x="216208" y="313265"/>
                    <a:pt x="258393" y="315805"/>
                    <a:pt x="300579" y="314535"/>
                  </a:cubicBezTo>
                  <a:cubicBezTo>
                    <a:pt x="327795" y="313265"/>
                    <a:pt x="353651" y="315805"/>
                    <a:pt x="380868" y="315805"/>
                  </a:cubicBezTo>
                  <a:cubicBezTo>
                    <a:pt x="420332" y="315805"/>
                    <a:pt x="459796" y="314535"/>
                    <a:pt x="499260" y="315805"/>
                  </a:cubicBezTo>
                  <a:cubicBezTo>
                    <a:pt x="557775" y="317075"/>
                    <a:pt x="1200086" y="306915"/>
                    <a:pt x="1259963" y="309455"/>
                  </a:cubicBezTo>
                  <a:cubicBezTo>
                    <a:pt x="1285819" y="310725"/>
                    <a:pt x="1311674" y="311995"/>
                    <a:pt x="1336169" y="311995"/>
                  </a:cubicBezTo>
                  <a:cubicBezTo>
                    <a:pt x="1381077" y="314535"/>
                    <a:pt x="1424623" y="310725"/>
                    <a:pt x="1469530" y="314535"/>
                  </a:cubicBezTo>
                  <a:cubicBezTo>
                    <a:pt x="1506273" y="317075"/>
                    <a:pt x="1543015" y="317075"/>
                    <a:pt x="1579757" y="319615"/>
                  </a:cubicBezTo>
                  <a:cubicBezTo>
                    <a:pt x="1634190" y="323425"/>
                    <a:pt x="1688624" y="325965"/>
                    <a:pt x="1743057" y="327235"/>
                  </a:cubicBezTo>
                  <a:cubicBezTo>
                    <a:pt x="1763085" y="327235"/>
                    <a:pt x="1780865" y="325965"/>
                    <a:pt x="1801185" y="325965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17826" name="Group 121">
            <a:extLst>
              <a:ext uri="{FF2B5EF4-FFF2-40B4-BE49-F238E27FC236}">
                <a16:creationId xmlns:a16="http://schemas.microsoft.com/office/drawing/2014/main" id="{819C5F6D-A234-46B9-304F-062535CD7402}"/>
              </a:ext>
            </a:extLst>
          </p:cNvPr>
          <p:cNvGrpSpPr/>
          <p:nvPr/>
        </p:nvGrpSpPr>
        <p:grpSpPr>
          <a:xfrm>
            <a:off x="956233" y="4205400"/>
            <a:ext cx="1459424" cy="1026479"/>
            <a:chOff x="0" y="0"/>
            <a:chExt cx="1682332" cy="1183260"/>
          </a:xfrm>
        </p:grpSpPr>
        <p:sp>
          <p:nvSpPr>
            <p:cNvPr id="17827" name="Freeform 122">
              <a:extLst>
                <a:ext uri="{FF2B5EF4-FFF2-40B4-BE49-F238E27FC236}">
                  <a16:creationId xmlns:a16="http://schemas.microsoft.com/office/drawing/2014/main" id="{2EC8CEEE-3C52-FC77-85DF-0BBFD936C20F}"/>
                </a:ext>
              </a:extLst>
            </p:cNvPr>
            <p:cNvSpPr/>
            <p:nvPr/>
          </p:nvSpPr>
          <p:spPr>
            <a:xfrm>
              <a:off x="39984" y="45156"/>
              <a:ext cx="1642348" cy="1137399"/>
            </a:xfrm>
            <a:custGeom>
              <a:avLst/>
              <a:gdLst/>
              <a:ahLst/>
              <a:cxnLst/>
              <a:rect l="l" t="t" r="r" b="b"/>
              <a:pathLst>
                <a:path w="1642348" h="1137399">
                  <a:moveTo>
                    <a:pt x="656" y="1107624"/>
                  </a:moveTo>
                  <a:cubicBezTo>
                    <a:pt x="-1884" y="1116514"/>
                    <a:pt x="3196" y="1122864"/>
                    <a:pt x="11738" y="1124134"/>
                  </a:cubicBezTo>
                  <a:cubicBezTo>
                    <a:pt x="21492" y="1125404"/>
                    <a:pt x="30027" y="1125404"/>
                    <a:pt x="39781" y="1125404"/>
                  </a:cubicBezTo>
                  <a:cubicBezTo>
                    <a:pt x="78797" y="1126674"/>
                    <a:pt x="117813" y="1126674"/>
                    <a:pt x="158049" y="1127944"/>
                  </a:cubicBezTo>
                  <a:cubicBezTo>
                    <a:pt x="179995" y="1129214"/>
                    <a:pt x="201942" y="1130484"/>
                    <a:pt x="222669" y="1131754"/>
                  </a:cubicBezTo>
                  <a:cubicBezTo>
                    <a:pt x="259247" y="1133024"/>
                    <a:pt x="294605" y="1133024"/>
                    <a:pt x="331183" y="1134294"/>
                  </a:cubicBezTo>
                  <a:cubicBezTo>
                    <a:pt x="345814" y="1134294"/>
                    <a:pt x="359226" y="1134294"/>
                    <a:pt x="373857" y="1133024"/>
                  </a:cubicBezTo>
                  <a:cubicBezTo>
                    <a:pt x="379953" y="1133024"/>
                    <a:pt x="387269" y="1131754"/>
                    <a:pt x="393365" y="1131754"/>
                  </a:cubicBezTo>
                  <a:cubicBezTo>
                    <a:pt x="417750" y="1133024"/>
                    <a:pt x="905453" y="1124134"/>
                    <a:pt x="929838" y="1125404"/>
                  </a:cubicBezTo>
                  <a:cubicBezTo>
                    <a:pt x="963977" y="1126674"/>
                    <a:pt x="1057860" y="1126674"/>
                    <a:pt x="1091999" y="1126674"/>
                  </a:cubicBezTo>
                  <a:cubicBezTo>
                    <a:pt x="1105411" y="1126674"/>
                    <a:pt x="1117604" y="1125404"/>
                    <a:pt x="1131016" y="1125404"/>
                  </a:cubicBezTo>
                  <a:lnTo>
                    <a:pt x="1196855" y="1129214"/>
                  </a:lnTo>
                  <a:cubicBezTo>
                    <a:pt x="1244406" y="1131754"/>
                    <a:pt x="1290738" y="1129214"/>
                    <a:pt x="1338289" y="1133024"/>
                  </a:cubicBezTo>
                  <a:cubicBezTo>
                    <a:pt x="1417541" y="1138104"/>
                    <a:pt x="1498012" y="1131754"/>
                    <a:pt x="1578848" y="1136834"/>
                  </a:cubicBezTo>
                  <a:cubicBezTo>
                    <a:pt x="1599168" y="1138104"/>
                    <a:pt x="1619488" y="1136834"/>
                    <a:pt x="1642348" y="1136834"/>
                  </a:cubicBezTo>
                  <a:lnTo>
                    <a:pt x="1642348" y="1077144"/>
                  </a:lnTo>
                  <a:cubicBezTo>
                    <a:pt x="1641078" y="1025016"/>
                    <a:pt x="1639808" y="985316"/>
                    <a:pt x="1639808" y="943135"/>
                  </a:cubicBezTo>
                  <a:cubicBezTo>
                    <a:pt x="1639808" y="894337"/>
                    <a:pt x="1643618" y="844712"/>
                    <a:pt x="1637268" y="795914"/>
                  </a:cubicBezTo>
                  <a:cubicBezTo>
                    <a:pt x="1629648" y="763658"/>
                    <a:pt x="1618218" y="127629"/>
                    <a:pt x="1618218" y="95373"/>
                  </a:cubicBezTo>
                  <a:cubicBezTo>
                    <a:pt x="1615678" y="73042"/>
                    <a:pt x="1614408" y="49883"/>
                    <a:pt x="1611868" y="27552"/>
                  </a:cubicBezTo>
                  <a:cubicBezTo>
                    <a:pt x="1611868" y="20935"/>
                    <a:pt x="1610598" y="14319"/>
                    <a:pt x="1609328" y="5644"/>
                  </a:cubicBezTo>
                  <a:cubicBezTo>
                    <a:pt x="1599168" y="3104"/>
                    <a:pt x="1590278" y="1834"/>
                    <a:pt x="1580118" y="564"/>
                  </a:cubicBezTo>
                  <a:cubicBezTo>
                    <a:pt x="1572498" y="-706"/>
                    <a:pt x="1564878" y="564"/>
                    <a:pt x="1558528" y="564"/>
                  </a:cubicBezTo>
                  <a:lnTo>
                    <a:pt x="5642" y="5644"/>
                  </a:lnTo>
                  <a:lnTo>
                    <a:pt x="656" y="1107624"/>
                  </a:lnTo>
                  <a:close/>
                </a:path>
              </a:pathLst>
            </a:custGeom>
            <a:solidFill>
              <a:srgbClr val="FCFCF8"/>
            </a:solidFill>
          </p:spPr>
          <p:txBody>
            <a:bodyPr/>
            <a:lstStyle/>
            <a:p>
              <a:endParaRPr lang="en-AU"/>
            </a:p>
          </p:txBody>
        </p:sp>
        <p:sp>
          <p:nvSpPr>
            <p:cNvPr id="17828" name="Freeform 123">
              <a:extLst>
                <a:ext uri="{FF2B5EF4-FFF2-40B4-BE49-F238E27FC236}">
                  <a16:creationId xmlns:a16="http://schemas.microsoft.com/office/drawing/2014/main" id="{C7011A0F-766F-0606-C5F5-30A4910F9574}"/>
                </a:ext>
              </a:extLst>
            </p:cNvPr>
            <p:cNvSpPr/>
            <p:nvPr/>
          </p:nvSpPr>
          <p:spPr>
            <a:xfrm>
              <a:off x="11430" y="16510"/>
              <a:ext cx="1621372" cy="1128650"/>
            </a:xfrm>
            <a:custGeom>
              <a:avLst/>
              <a:gdLst/>
              <a:ahLst/>
              <a:cxnLst/>
              <a:rect l="l" t="t" r="r" b="b"/>
              <a:pathLst>
                <a:path w="1621372" h="1128650">
                  <a:moveTo>
                    <a:pt x="1621372" y="1128650"/>
                  </a:moveTo>
                  <a:lnTo>
                    <a:pt x="0" y="1121030"/>
                  </a:lnTo>
                  <a:lnTo>
                    <a:pt x="0" y="401920"/>
                  </a:lnTo>
                  <a:lnTo>
                    <a:pt x="7620" y="20320"/>
                  </a:lnTo>
                  <a:lnTo>
                    <a:pt x="805985" y="0"/>
                  </a:lnTo>
                  <a:lnTo>
                    <a:pt x="1599782" y="8890"/>
                  </a:lnTo>
                  <a:close/>
                </a:path>
              </a:pathLst>
            </a:custGeom>
            <a:solidFill>
              <a:srgbClr val="9CF2FE"/>
            </a:solidFill>
          </p:spPr>
          <p:txBody>
            <a:bodyPr/>
            <a:lstStyle/>
            <a:p>
              <a:r>
                <a:rPr lang="en-AU" sz="1200" b="1" dirty="0"/>
                <a:t>Open-Source Stack</a:t>
              </a:r>
            </a:p>
          </p:txBody>
        </p:sp>
        <p:sp>
          <p:nvSpPr>
            <p:cNvPr id="17829" name="Freeform 124">
              <a:extLst>
                <a:ext uri="{FF2B5EF4-FFF2-40B4-BE49-F238E27FC236}">
                  <a16:creationId xmlns:a16="http://schemas.microsoft.com/office/drawing/2014/main" id="{F7A36732-CBF8-485B-6A6B-8008B2ED2145}"/>
                </a:ext>
              </a:extLst>
            </p:cNvPr>
            <p:cNvSpPr/>
            <p:nvPr/>
          </p:nvSpPr>
          <p:spPr>
            <a:xfrm>
              <a:off x="-215" y="0"/>
              <a:ext cx="1645717" cy="1154614"/>
            </a:xfrm>
            <a:custGeom>
              <a:avLst/>
              <a:gdLst/>
              <a:ahLst/>
              <a:cxnLst/>
              <a:rect l="l" t="t" r="r" b="b"/>
              <a:pathLst>
                <a:path w="1645717" h="1154614">
                  <a:moveTo>
                    <a:pt x="1612697" y="21590"/>
                  </a:moveTo>
                  <a:cubicBezTo>
                    <a:pt x="1613967" y="34290"/>
                    <a:pt x="1613967" y="44450"/>
                    <a:pt x="1615237" y="53685"/>
                  </a:cubicBezTo>
                  <a:cubicBezTo>
                    <a:pt x="1617777" y="76016"/>
                    <a:pt x="1619047" y="99175"/>
                    <a:pt x="1621587" y="121506"/>
                  </a:cubicBezTo>
                  <a:cubicBezTo>
                    <a:pt x="1621587" y="153762"/>
                    <a:pt x="1634287" y="789791"/>
                    <a:pt x="1640637" y="822047"/>
                  </a:cubicBezTo>
                  <a:cubicBezTo>
                    <a:pt x="1646987" y="870845"/>
                    <a:pt x="1643177" y="920470"/>
                    <a:pt x="1643177" y="969268"/>
                  </a:cubicBezTo>
                  <a:cubicBezTo>
                    <a:pt x="1643177" y="1012276"/>
                    <a:pt x="1644447" y="1051976"/>
                    <a:pt x="1645717" y="1094360"/>
                  </a:cubicBezTo>
                  <a:lnTo>
                    <a:pt x="1645717" y="1154050"/>
                  </a:lnTo>
                  <a:cubicBezTo>
                    <a:pt x="1622857" y="1154050"/>
                    <a:pt x="1602537" y="1155320"/>
                    <a:pt x="1582217" y="1154050"/>
                  </a:cubicBezTo>
                  <a:cubicBezTo>
                    <a:pt x="1502852" y="1148970"/>
                    <a:pt x="1422381" y="1155320"/>
                    <a:pt x="1343130" y="1150240"/>
                  </a:cubicBezTo>
                  <a:cubicBezTo>
                    <a:pt x="1295579" y="1146430"/>
                    <a:pt x="1249247" y="1148970"/>
                    <a:pt x="1201696" y="1146430"/>
                  </a:cubicBezTo>
                  <a:lnTo>
                    <a:pt x="1135856" y="1142620"/>
                  </a:lnTo>
                  <a:cubicBezTo>
                    <a:pt x="1122444" y="1142620"/>
                    <a:pt x="1110252" y="1143890"/>
                    <a:pt x="1096840" y="1143890"/>
                  </a:cubicBezTo>
                  <a:cubicBezTo>
                    <a:pt x="1062701" y="1142620"/>
                    <a:pt x="968818" y="1143890"/>
                    <a:pt x="934679" y="1142620"/>
                  </a:cubicBezTo>
                  <a:cubicBezTo>
                    <a:pt x="910294" y="1141350"/>
                    <a:pt x="422591" y="1150240"/>
                    <a:pt x="398206" y="1148970"/>
                  </a:cubicBezTo>
                  <a:cubicBezTo>
                    <a:pt x="392109" y="1148970"/>
                    <a:pt x="384794" y="1150240"/>
                    <a:pt x="378698" y="1150240"/>
                  </a:cubicBezTo>
                  <a:cubicBezTo>
                    <a:pt x="364067" y="1150240"/>
                    <a:pt x="350655" y="1151510"/>
                    <a:pt x="336024" y="1151510"/>
                  </a:cubicBezTo>
                  <a:cubicBezTo>
                    <a:pt x="299446" y="1151510"/>
                    <a:pt x="264088" y="1150240"/>
                    <a:pt x="227510" y="1148970"/>
                  </a:cubicBezTo>
                  <a:cubicBezTo>
                    <a:pt x="205563" y="1147700"/>
                    <a:pt x="183617" y="1146430"/>
                    <a:pt x="162889" y="1145160"/>
                  </a:cubicBezTo>
                  <a:cubicBezTo>
                    <a:pt x="123873" y="1143890"/>
                    <a:pt x="84857" y="1142620"/>
                    <a:pt x="44621" y="1142620"/>
                  </a:cubicBezTo>
                  <a:cubicBezTo>
                    <a:pt x="34505" y="1142620"/>
                    <a:pt x="25615" y="1142620"/>
                    <a:pt x="15455" y="1141350"/>
                  </a:cubicBezTo>
                  <a:cubicBezTo>
                    <a:pt x="6565" y="1140080"/>
                    <a:pt x="1485" y="1133730"/>
                    <a:pt x="4025" y="1124840"/>
                  </a:cubicBezTo>
                  <a:cubicBezTo>
                    <a:pt x="12915" y="1093331"/>
                    <a:pt x="9105" y="1072654"/>
                    <a:pt x="7835" y="1051149"/>
                  </a:cubicBezTo>
                  <a:cubicBezTo>
                    <a:pt x="6565" y="1007314"/>
                    <a:pt x="2755" y="964305"/>
                    <a:pt x="4025" y="920470"/>
                  </a:cubicBezTo>
                  <a:cubicBezTo>
                    <a:pt x="1485" y="865882"/>
                    <a:pt x="-3595" y="190154"/>
                    <a:pt x="4025" y="134739"/>
                  </a:cubicBezTo>
                  <a:cubicBezTo>
                    <a:pt x="5295" y="123987"/>
                    <a:pt x="4025" y="112408"/>
                    <a:pt x="5295" y="101656"/>
                  </a:cubicBezTo>
                  <a:cubicBezTo>
                    <a:pt x="6565" y="84287"/>
                    <a:pt x="9105" y="65264"/>
                    <a:pt x="10375" y="44450"/>
                  </a:cubicBezTo>
                  <a:cubicBezTo>
                    <a:pt x="10375" y="41910"/>
                    <a:pt x="11645" y="39370"/>
                    <a:pt x="12915" y="38100"/>
                  </a:cubicBezTo>
                  <a:cubicBezTo>
                    <a:pt x="34505" y="35560"/>
                    <a:pt x="54375" y="30480"/>
                    <a:pt x="73883" y="29210"/>
                  </a:cubicBezTo>
                  <a:cubicBezTo>
                    <a:pt x="106803" y="25400"/>
                    <a:pt x="139723" y="22860"/>
                    <a:pt x="173863" y="20320"/>
                  </a:cubicBezTo>
                  <a:cubicBezTo>
                    <a:pt x="197028" y="17780"/>
                    <a:pt x="220194" y="16510"/>
                    <a:pt x="242141" y="13970"/>
                  </a:cubicBezTo>
                  <a:cubicBezTo>
                    <a:pt x="264088" y="11430"/>
                    <a:pt x="287253" y="8890"/>
                    <a:pt x="309200" y="8890"/>
                  </a:cubicBezTo>
                  <a:cubicBezTo>
                    <a:pt x="333585" y="7620"/>
                    <a:pt x="357970" y="10160"/>
                    <a:pt x="382355" y="8890"/>
                  </a:cubicBezTo>
                  <a:cubicBezTo>
                    <a:pt x="412837" y="8890"/>
                    <a:pt x="965160" y="6350"/>
                    <a:pt x="995642" y="5080"/>
                  </a:cubicBezTo>
                  <a:cubicBezTo>
                    <a:pt x="1024904" y="3810"/>
                    <a:pt x="1054166" y="2540"/>
                    <a:pt x="1084647" y="2540"/>
                  </a:cubicBezTo>
                  <a:cubicBezTo>
                    <a:pt x="1134637" y="1270"/>
                    <a:pt x="1183407" y="0"/>
                    <a:pt x="1233397" y="0"/>
                  </a:cubicBezTo>
                  <a:cubicBezTo>
                    <a:pt x="1254124" y="0"/>
                    <a:pt x="1276071" y="2540"/>
                    <a:pt x="1296798" y="2540"/>
                  </a:cubicBezTo>
                  <a:cubicBezTo>
                    <a:pt x="1354103" y="3810"/>
                    <a:pt x="1412627" y="5080"/>
                    <a:pt x="1469932" y="7620"/>
                  </a:cubicBezTo>
                  <a:cubicBezTo>
                    <a:pt x="1500414" y="8890"/>
                    <a:pt x="1530895" y="12700"/>
                    <a:pt x="1561377" y="16510"/>
                  </a:cubicBezTo>
                  <a:lnTo>
                    <a:pt x="1582217" y="16510"/>
                  </a:lnTo>
                  <a:cubicBezTo>
                    <a:pt x="1593647" y="17780"/>
                    <a:pt x="1602537" y="20320"/>
                    <a:pt x="1612697" y="21590"/>
                  </a:cubicBezTo>
                  <a:close/>
                  <a:moveTo>
                    <a:pt x="1622857" y="1137540"/>
                  </a:moveTo>
                  <a:cubicBezTo>
                    <a:pt x="1624127" y="1121030"/>
                    <a:pt x="1625397" y="1108330"/>
                    <a:pt x="1625397" y="1095630"/>
                  </a:cubicBezTo>
                  <a:cubicBezTo>
                    <a:pt x="1624127" y="1047841"/>
                    <a:pt x="1622857" y="1004006"/>
                    <a:pt x="1622857" y="956862"/>
                  </a:cubicBezTo>
                  <a:cubicBezTo>
                    <a:pt x="1622857" y="935358"/>
                    <a:pt x="1625397" y="913853"/>
                    <a:pt x="1624127" y="892349"/>
                  </a:cubicBezTo>
                  <a:cubicBezTo>
                    <a:pt x="1624127" y="872499"/>
                    <a:pt x="1622857" y="851822"/>
                    <a:pt x="1621587" y="831972"/>
                  </a:cubicBezTo>
                  <a:cubicBezTo>
                    <a:pt x="1616507" y="801370"/>
                    <a:pt x="1605077" y="167823"/>
                    <a:pt x="1605077" y="137221"/>
                  </a:cubicBezTo>
                  <a:cubicBezTo>
                    <a:pt x="1602537" y="111581"/>
                    <a:pt x="1599997" y="85114"/>
                    <a:pt x="1597457" y="59475"/>
                  </a:cubicBezTo>
                  <a:cubicBezTo>
                    <a:pt x="1596187" y="44450"/>
                    <a:pt x="1594917" y="43180"/>
                    <a:pt x="1578446" y="41910"/>
                  </a:cubicBezTo>
                  <a:cubicBezTo>
                    <a:pt x="1574789" y="41910"/>
                    <a:pt x="1572350" y="41910"/>
                    <a:pt x="1568692" y="40640"/>
                  </a:cubicBezTo>
                  <a:cubicBezTo>
                    <a:pt x="1538211" y="36830"/>
                    <a:pt x="1506510" y="31750"/>
                    <a:pt x="1476029" y="30480"/>
                  </a:cubicBezTo>
                  <a:cubicBezTo>
                    <a:pt x="1401654" y="26670"/>
                    <a:pt x="1326060" y="25400"/>
                    <a:pt x="1251686" y="22860"/>
                  </a:cubicBezTo>
                  <a:lnTo>
                    <a:pt x="1163899" y="22860"/>
                  </a:lnTo>
                  <a:cubicBezTo>
                    <a:pt x="1124883" y="22860"/>
                    <a:pt x="1085867" y="22860"/>
                    <a:pt x="1048070" y="24130"/>
                  </a:cubicBezTo>
                  <a:cubicBezTo>
                    <a:pt x="1015150" y="25400"/>
                    <a:pt x="460388" y="29210"/>
                    <a:pt x="427468" y="29210"/>
                  </a:cubicBezTo>
                  <a:cubicBezTo>
                    <a:pt x="373821" y="29210"/>
                    <a:pt x="320173" y="26670"/>
                    <a:pt x="266526" y="33020"/>
                  </a:cubicBezTo>
                  <a:cubicBezTo>
                    <a:pt x="238483" y="36830"/>
                    <a:pt x="211660" y="36830"/>
                    <a:pt x="184836" y="38100"/>
                  </a:cubicBezTo>
                  <a:cubicBezTo>
                    <a:pt x="138504" y="41910"/>
                    <a:pt x="92172" y="45720"/>
                    <a:pt x="45841" y="50800"/>
                  </a:cubicBezTo>
                  <a:cubicBezTo>
                    <a:pt x="33235" y="50800"/>
                    <a:pt x="30695" y="52858"/>
                    <a:pt x="29425" y="62783"/>
                  </a:cubicBezTo>
                  <a:cubicBezTo>
                    <a:pt x="28155" y="77671"/>
                    <a:pt x="28155" y="92558"/>
                    <a:pt x="26885" y="107446"/>
                  </a:cubicBezTo>
                  <a:cubicBezTo>
                    <a:pt x="25615" y="132258"/>
                    <a:pt x="23075" y="156244"/>
                    <a:pt x="21805" y="181056"/>
                  </a:cubicBezTo>
                  <a:cubicBezTo>
                    <a:pt x="16725" y="207523"/>
                    <a:pt x="23075" y="854303"/>
                    <a:pt x="25615" y="880770"/>
                  </a:cubicBezTo>
                  <a:cubicBezTo>
                    <a:pt x="25615" y="908891"/>
                    <a:pt x="25615" y="937839"/>
                    <a:pt x="26885" y="965960"/>
                  </a:cubicBezTo>
                  <a:cubicBezTo>
                    <a:pt x="26885" y="986637"/>
                    <a:pt x="29425" y="1007314"/>
                    <a:pt x="29425" y="1027991"/>
                  </a:cubicBezTo>
                  <a:cubicBezTo>
                    <a:pt x="29425" y="1050322"/>
                    <a:pt x="29425" y="1072654"/>
                    <a:pt x="28155" y="1095630"/>
                  </a:cubicBezTo>
                  <a:lnTo>
                    <a:pt x="28155" y="1105790"/>
                  </a:lnTo>
                  <a:cubicBezTo>
                    <a:pt x="28155" y="1115950"/>
                    <a:pt x="31965" y="1119760"/>
                    <a:pt x="40855" y="1119760"/>
                  </a:cubicBezTo>
                  <a:cubicBezTo>
                    <a:pt x="56814" y="1119760"/>
                    <a:pt x="73883" y="1121030"/>
                    <a:pt x="89734" y="1121030"/>
                  </a:cubicBezTo>
                  <a:cubicBezTo>
                    <a:pt x="112900" y="1121030"/>
                    <a:pt x="137285" y="1118490"/>
                    <a:pt x="160451" y="1121030"/>
                  </a:cubicBezTo>
                  <a:cubicBezTo>
                    <a:pt x="198248" y="1124840"/>
                    <a:pt x="236045" y="1127380"/>
                    <a:pt x="273842" y="1126110"/>
                  </a:cubicBezTo>
                  <a:cubicBezTo>
                    <a:pt x="298227" y="1124840"/>
                    <a:pt x="321393" y="1127380"/>
                    <a:pt x="345778" y="1127380"/>
                  </a:cubicBezTo>
                  <a:cubicBezTo>
                    <a:pt x="381136" y="1127380"/>
                    <a:pt x="416495" y="1126110"/>
                    <a:pt x="451853" y="1127380"/>
                  </a:cubicBezTo>
                  <a:cubicBezTo>
                    <a:pt x="504281" y="1128650"/>
                    <a:pt x="1079770" y="1118490"/>
                    <a:pt x="1133418" y="1121030"/>
                  </a:cubicBezTo>
                  <a:cubicBezTo>
                    <a:pt x="1156583" y="1122300"/>
                    <a:pt x="1179749" y="1123570"/>
                    <a:pt x="1201696" y="1123570"/>
                  </a:cubicBezTo>
                  <a:cubicBezTo>
                    <a:pt x="1241931" y="1126110"/>
                    <a:pt x="1280948" y="1122300"/>
                    <a:pt x="1321183" y="1126110"/>
                  </a:cubicBezTo>
                  <a:cubicBezTo>
                    <a:pt x="1354103" y="1128650"/>
                    <a:pt x="1387023" y="1128650"/>
                    <a:pt x="1419943" y="1131190"/>
                  </a:cubicBezTo>
                  <a:cubicBezTo>
                    <a:pt x="1468713" y="1135000"/>
                    <a:pt x="1517484" y="1137540"/>
                    <a:pt x="1566254" y="1138810"/>
                  </a:cubicBezTo>
                  <a:cubicBezTo>
                    <a:pt x="1584757" y="1138810"/>
                    <a:pt x="1602537" y="1137540"/>
                    <a:pt x="1622857" y="113754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17830" name="Group 125">
            <a:extLst>
              <a:ext uri="{FF2B5EF4-FFF2-40B4-BE49-F238E27FC236}">
                <a16:creationId xmlns:a16="http://schemas.microsoft.com/office/drawing/2014/main" id="{628C0C3D-5321-6F5D-FEA8-D778F19ED176}"/>
              </a:ext>
            </a:extLst>
          </p:cNvPr>
          <p:cNvGrpSpPr/>
          <p:nvPr/>
        </p:nvGrpSpPr>
        <p:grpSpPr>
          <a:xfrm>
            <a:off x="2482700" y="4215057"/>
            <a:ext cx="1459424" cy="1026479"/>
            <a:chOff x="0" y="0"/>
            <a:chExt cx="1682332" cy="1183260"/>
          </a:xfrm>
        </p:grpSpPr>
        <p:sp>
          <p:nvSpPr>
            <p:cNvPr id="17831" name="Freeform 126">
              <a:extLst>
                <a:ext uri="{FF2B5EF4-FFF2-40B4-BE49-F238E27FC236}">
                  <a16:creationId xmlns:a16="http://schemas.microsoft.com/office/drawing/2014/main" id="{EBC08EEF-96AE-9395-F377-03D362BB609D}"/>
                </a:ext>
              </a:extLst>
            </p:cNvPr>
            <p:cNvSpPr/>
            <p:nvPr/>
          </p:nvSpPr>
          <p:spPr>
            <a:xfrm>
              <a:off x="39984" y="45156"/>
              <a:ext cx="1642348" cy="1137399"/>
            </a:xfrm>
            <a:custGeom>
              <a:avLst/>
              <a:gdLst/>
              <a:ahLst/>
              <a:cxnLst/>
              <a:rect l="l" t="t" r="r" b="b"/>
              <a:pathLst>
                <a:path w="1642348" h="1137399">
                  <a:moveTo>
                    <a:pt x="656" y="1107624"/>
                  </a:moveTo>
                  <a:cubicBezTo>
                    <a:pt x="-1884" y="1116514"/>
                    <a:pt x="3196" y="1122864"/>
                    <a:pt x="11738" y="1124134"/>
                  </a:cubicBezTo>
                  <a:cubicBezTo>
                    <a:pt x="21492" y="1125404"/>
                    <a:pt x="30027" y="1125404"/>
                    <a:pt x="39781" y="1125404"/>
                  </a:cubicBezTo>
                  <a:cubicBezTo>
                    <a:pt x="78797" y="1126674"/>
                    <a:pt x="117813" y="1126674"/>
                    <a:pt x="158049" y="1127944"/>
                  </a:cubicBezTo>
                  <a:cubicBezTo>
                    <a:pt x="179995" y="1129214"/>
                    <a:pt x="201942" y="1130484"/>
                    <a:pt x="222669" y="1131754"/>
                  </a:cubicBezTo>
                  <a:cubicBezTo>
                    <a:pt x="259247" y="1133024"/>
                    <a:pt x="294605" y="1133024"/>
                    <a:pt x="331183" y="1134294"/>
                  </a:cubicBezTo>
                  <a:cubicBezTo>
                    <a:pt x="345814" y="1134294"/>
                    <a:pt x="359226" y="1134294"/>
                    <a:pt x="373857" y="1133024"/>
                  </a:cubicBezTo>
                  <a:cubicBezTo>
                    <a:pt x="379953" y="1133024"/>
                    <a:pt x="387269" y="1131754"/>
                    <a:pt x="393365" y="1131754"/>
                  </a:cubicBezTo>
                  <a:cubicBezTo>
                    <a:pt x="417750" y="1133024"/>
                    <a:pt x="905453" y="1124134"/>
                    <a:pt x="929838" y="1125404"/>
                  </a:cubicBezTo>
                  <a:cubicBezTo>
                    <a:pt x="963977" y="1126674"/>
                    <a:pt x="1057860" y="1126674"/>
                    <a:pt x="1091999" y="1126674"/>
                  </a:cubicBezTo>
                  <a:cubicBezTo>
                    <a:pt x="1105411" y="1126674"/>
                    <a:pt x="1117604" y="1125404"/>
                    <a:pt x="1131016" y="1125404"/>
                  </a:cubicBezTo>
                  <a:lnTo>
                    <a:pt x="1196855" y="1129214"/>
                  </a:lnTo>
                  <a:cubicBezTo>
                    <a:pt x="1244406" y="1131754"/>
                    <a:pt x="1290738" y="1129214"/>
                    <a:pt x="1338289" y="1133024"/>
                  </a:cubicBezTo>
                  <a:cubicBezTo>
                    <a:pt x="1417541" y="1138104"/>
                    <a:pt x="1498012" y="1131754"/>
                    <a:pt x="1578848" y="1136834"/>
                  </a:cubicBezTo>
                  <a:cubicBezTo>
                    <a:pt x="1599168" y="1138104"/>
                    <a:pt x="1619488" y="1136834"/>
                    <a:pt x="1642348" y="1136834"/>
                  </a:cubicBezTo>
                  <a:lnTo>
                    <a:pt x="1642348" y="1077144"/>
                  </a:lnTo>
                  <a:cubicBezTo>
                    <a:pt x="1641078" y="1025016"/>
                    <a:pt x="1639808" y="985316"/>
                    <a:pt x="1639808" y="943135"/>
                  </a:cubicBezTo>
                  <a:cubicBezTo>
                    <a:pt x="1639808" y="894337"/>
                    <a:pt x="1643618" y="844712"/>
                    <a:pt x="1637268" y="795914"/>
                  </a:cubicBezTo>
                  <a:cubicBezTo>
                    <a:pt x="1629648" y="763658"/>
                    <a:pt x="1618218" y="127629"/>
                    <a:pt x="1618218" y="95373"/>
                  </a:cubicBezTo>
                  <a:cubicBezTo>
                    <a:pt x="1615678" y="73042"/>
                    <a:pt x="1614408" y="49883"/>
                    <a:pt x="1611868" y="27552"/>
                  </a:cubicBezTo>
                  <a:cubicBezTo>
                    <a:pt x="1611868" y="20935"/>
                    <a:pt x="1610598" y="14319"/>
                    <a:pt x="1609328" y="5644"/>
                  </a:cubicBezTo>
                  <a:cubicBezTo>
                    <a:pt x="1599168" y="3104"/>
                    <a:pt x="1590278" y="1834"/>
                    <a:pt x="1580118" y="564"/>
                  </a:cubicBezTo>
                  <a:cubicBezTo>
                    <a:pt x="1572498" y="-706"/>
                    <a:pt x="1564878" y="564"/>
                    <a:pt x="1558528" y="564"/>
                  </a:cubicBezTo>
                  <a:lnTo>
                    <a:pt x="5642" y="5644"/>
                  </a:lnTo>
                  <a:lnTo>
                    <a:pt x="656" y="1107624"/>
                  </a:lnTo>
                  <a:close/>
                </a:path>
              </a:pathLst>
            </a:custGeom>
            <a:solidFill>
              <a:srgbClr val="FCFCF8"/>
            </a:solidFill>
          </p:spPr>
          <p:txBody>
            <a:bodyPr/>
            <a:lstStyle/>
            <a:p>
              <a:endParaRPr lang="en-AU"/>
            </a:p>
          </p:txBody>
        </p:sp>
        <p:sp>
          <p:nvSpPr>
            <p:cNvPr id="17832" name="Freeform 127">
              <a:extLst>
                <a:ext uri="{FF2B5EF4-FFF2-40B4-BE49-F238E27FC236}">
                  <a16:creationId xmlns:a16="http://schemas.microsoft.com/office/drawing/2014/main" id="{9A7F70EE-06A7-7F64-5255-152CF9D2D899}"/>
                </a:ext>
              </a:extLst>
            </p:cNvPr>
            <p:cNvSpPr/>
            <p:nvPr/>
          </p:nvSpPr>
          <p:spPr>
            <a:xfrm>
              <a:off x="11430" y="16510"/>
              <a:ext cx="1621372" cy="1128650"/>
            </a:xfrm>
            <a:custGeom>
              <a:avLst/>
              <a:gdLst/>
              <a:ahLst/>
              <a:cxnLst/>
              <a:rect l="l" t="t" r="r" b="b"/>
              <a:pathLst>
                <a:path w="1621372" h="1128650">
                  <a:moveTo>
                    <a:pt x="1621372" y="1128650"/>
                  </a:moveTo>
                  <a:lnTo>
                    <a:pt x="0" y="1121030"/>
                  </a:lnTo>
                  <a:lnTo>
                    <a:pt x="0" y="401920"/>
                  </a:lnTo>
                  <a:lnTo>
                    <a:pt x="7620" y="20320"/>
                  </a:lnTo>
                  <a:lnTo>
                    <a:pt x="805985" y="0"/>
                  </a:lnTo>
                  <a:lnTo>
                    <a:pt x="1599782" y="8890"/>
                  </a:lnTo>
                  <a:close/>
                </a:path>
              </a:pathLst>
            </a:custGeom>
            <a:solidFill>
              <a:srgbClr val="9CF2FE"/>
            </a:solidFill>
          </p:spPr>
          <p:txBody>
            <a:bodyPr/>
            <a:lstStyle/>
            <a:p>
              <a:r>
                <a:rPr lang="en-AU" sz="1400" b="1" dirty="0"/>
                <a:t>Modular Design</a:t>
              </a:r>
            </a:p>
          </p:txBody>
        </p:sp>
        <p:sp>
          <p:nvSpPr>
            <p:cNvPr id="17833" name="Freeform 128">
              <a:extLst>
                <a:ext uri="{FF2B5EF4-FFF2-40B4-BE49-F238E27FC236}">
                  <a16:creationId xmlns:a16="http://schemas.microsoft.com/office/drawing/2014/main" id="{CBAB65AA-D960-B6CE-4F8C-D7E00BDD6D10}"/>
                </a:ext>
              </a:extLst>
            </p:cNvPr>
            <p:cNvSpPr/>
            <p:nvPr/>
          </p:nvSpPr>
          <p:spPr>
            <a:xfrm>
              <a:off x="-215" y="0"/>
              <a:ext cx="1645717" cy="1154614"/>
            </a:xfrm>
            <a:custGeom>
              <a:avLst/>
              <a:gdLst/>
              <a:ahLst/>
              <a:cxnLst/>
              <a:rect l="l" t="t" r="r" b="b"/>
              <a:pathLst>
                <a:path w="1645717" h="1154614">
                  <a:moveTo>
                    <a:pt x="1612697" y="21590"/>
                  </a:moveTo>
                  <a:cubicBezTo>
                    <a:pt x="1613967" y="34290"/>
                    <a:pt x="1613967" y="44450"/>
                    <a:pt x="1615237" y="53685"/>
                  </a:cubicBezTo>
                  <a:cubicBezTo>
                    <a:pt x="1617777" y="76016"/>
                    <a:pt x="1619047" y="99175"/>
                    <a:pt x="1621587" y="121506"/>
                  </a:cubicBezTo>
                  <a:cubicBezTo>
                    <a:pt x="1621587" y="153762"/>
                    <a:pt x="1634287" y="789791"/>
                    <a:pt x="1640637" y="822047"/>
                  </a:cubicBezTo>
                  <a:cubicBezTo>
                    <a:pt x="1646987" y="870845"/>
                    <a:pt x="1643177" y="920470"/>
                    <a:pt x="1643177" y="969268"/>
                  </a:cubicBezTo>
                  <a:cubicBezTo>
                    <a:pt x="1643177" y="1012276"/>
                    <a:pt x="1644447" y="1051976"/>
                    <a:pt x="1645717" y="1094360"/>
                  </a:cubicBezTo>
                  <a:lnTo>
                    <a:pt x="1645717" y="1154050"/>
                  </a:lnTo>
                  <a:cubicBezTo>
                    <a:pt x="1622857" y="1154050"/>
                    <a:pt x="1602537" y="1155320"/>
                    <a:pt x="1582217" y="1154050"/>
                  </a:cubicBezTo>
                  <a:cubicBezTo>
                    <a:pt x="1502852" y="1148970"/>
                    <a:pt x="1422381" y="1155320"/>
                    <a:pt x="1343130" y="1150240"/>
                  </a:cubicBezTo>
                  <a:cubicBezTo>
                    <a:pt x="1295579" y="1146430"/>
                    <a:pt x="1249247" y="1148970"/>
                    <a:pt x="1201696" y="1146430"/>
                  </a:cubicBezTo>
                  <a:lnTo>
                    <a:pt x="1135856" y="1142620"/>
                  </a:lnTo>
                  <a:cubicBezTo>
                    <a:pt x="1122444" y="1142620"/>
                    <a:pt x="1110252" y="1143890"/>
                    <a:pt x="1096840" y="1143890"/>
                  </a:cubicBezTo>
                  <a:cubicBezTo>
                    <a:pt x="1062701" y="1142620"/>
                    <a:pt x="968818" y="1143890"/>
                    <a:pt x="934679" y="1142620"/>
                  </a:cubicBezTo>
                  <a:cubicBezTo>
                    <a:pt x="910294" y="1141350"/>
                    <a:pt x="422591" y="1150240"/>
                    <a:pt x="398206" y="1148970"/>
                  </a:cubicBezTo>
                  <a:cubicBezTo>
                    <a:pt x="392109" y="1148970"/>
                    <a:pt x="384794" y="1150240"/>
                    <a:pt x="378698" y="1150240"/>
                  </a:cubicBezTo>
                  <a:cubicBezTo>
                    <a:pt x="364067" y="1150240"/>
                    <a:pt x="350655" y="1151510"/>
                    <a:pt x="336024" y="1151510"/>
                  </a:cubicBezTo>
                  <a:cubicBezTo>
                    <a:pt x="299446" y="1151510"/>
                    <a:pt x="264088" y="1150240"/>
                    <a:pt x="227510" y="1148970"/>
                  </a:cubicBezTo>
                  <a:cubicBezTo>
                    <a:pt x="205563" y="1147700"/>
                    <a:pt x="183617" y="1146430"/>
                    <a:pt x="162889" y="1145160"/>
                  </a:cubicBezTo>
                  <a:cubicBezTo>
                    <a:pt x="123873" y="1143890"/>
                    <a:pt x="84857" y="1142620"/>
                    <a:pt x="44621" y="1142620"/>
                  </a:cubicBezTo>
                  <a:cubicBezTo>
                    <a:pt x="34505" y="1142620"/>
                    <a:pt x="25615" y="1142620"/>
                    <a:pt x="15455" y="1141350"/>
                  </a:cubicBezTo>
                  <a:cubicBezTo>
                    <a:pt x="6565" y="1140080"/>
                    <a:pt x="1485" y="1133730"/>
                    <a:pt x="4025" y="1124840"/>
                  </a:cubicBezTo>
                  <a:cubicBezTo>
                    <a:pt x="12915" y="1093331"/>
                    <a:pt x="9105" y="1072654"/>
                    <a:pt x="7835" y="1051149"/>
                  </a:cubicBezTo>
                  <a:cubicBezTo>
                    <a:pt x="6565" y="1007314"/>
                    <a:pt x="2755" y="964305"/>
                    <a:pt x="4025" y="920470"/>
                  </a:cubicBezTo>
                  <a:cubicBezTo>
                    <a:pt x="1485" y="865882"/>
                    <a:pt x="-3595" y="190154"/>
                    <a:pt x="4025" y="134739"/>
                  </a:cubicBezTo>
                  <a:cubicBezTo>
                    <a:pt x="5295" y="123987"/>
                    <a:pt x="4025" y="112408"/>
                    <a:pt x="5295" y="101656"/>
                  </a:cubicBezTo>
                  <a:cubicBezTo>
                    <a:pt x="6565" y="84287"/>
                    <a:pt x="9105" y="65264"/>
                    <a:pt x="10375" y="44450"/>
                  </a:cubicBezTo>
                  <a:cubicBezTo>
                    <a:pt x="10375" y="41910"/>
                    <a:pt x="11645" y="39370"/>
                    <a:pt x="12915" y="38100"/>
                  </a:cubicBezTo>
                  <a:cubicBezTo>
                    <a:pt x="34505" y="35560"/>
                    <a:pt x="54375" y="30480"/>
                    <a:pt x="73883" y="29210"/>
                  </a:cubicBezTo>
                  <a:cubicBezTo>
                    <a:pt x="106803" y="25400"/>
                    <a:pt x="139723" y="22860"/>
                    <a:pt x="173863" y="20320"/>
                  </a:cubicBezTo>
                  <a:cubicBezTo>
                    <a:pt x="197028" y="17780"/>
                    <a:pt x="220194" y="16510"/>
                    <a:pt x="242141" y="13970"/>
                  </a:cubicBezTo>
                  <a:cubicBezTo>
                    <a:pt x="264088" y="11430"/>
                    <a:pt x="287253" y="8890"/>
                    <a:pt x="309200" y="8890"/>
                  </a:cubicBezTo>
                  <a:cubicBezTo>
                    <a:pt x="333585" y="7620"/>
                    <a:pt x="357970" y="10160"/>
                    <a:pt x="382355" y="8890"/>
                  </a:cubicBezTo>
                  <a:cubicBezTo>
                    <a:pt x="412837" y="8890"/>
                    <a:pt x="965160" y="6350"/>
                    <a:pt x="995642" y="5080"/>
                  </a:cubicBezTo>
                  <a:cubicBezTo>
                    <a:pt x="1024904" y="3810"/>
                    <a:pt x="1054166" y="2540"/>
                    <a:pt x="1084647" y="2540"/>
                  </a:cubicBezTo>
                  <a:cubicBezTo>
                    <a:pt x="1134637" y="1270"/>
                    <a:pt x="1183407" y="0"/>
                    <a:pt x="1233397" y="0"/>
                  </a:cubicBezTo>
                  <a:cubicBezTo>
                    <a:pt x="1254124" y="0"/>
                    <a:pt x="1276071" y="2540"/>
                    <a:pt x="1296798" y="2540"/>
                  </a:cubicBezTo>
                  <a:cubicBezTo>
                    <a:pt x="1354103" y="3810"/>
                    <a:pt x="1412627" y="5080"/>
                    <a:pt x="1469932" y="7620"/>
                  </a:cubicBezTo>
                  <a:cubicBezTo>
                    <a:pt x="1500414" y="8890"/>
                    <a:pt x="1530895" y="12700"/>
                    <a:pt x="1561377" y="16510"/>
                  </a:cubicBezTo>
                  <a:lnTo>
                    <a:pt x="1582217" y="16510"/>
                  </a:lnTo>
                  <a:cubicBezTo>
                    <a:pt x="1593647" y="17780"/>
                    <a:pt x="1602537" y="20320"/>
                    <a:pt x="1612697" y="21590"/>
                  </a:cubicBezTo>
                  <a:close/>
                  <a:moveTo>
                    <a:pt x="1622857" y="1137540"/>
                  </a:moveTo>
                  <a:cubicBezTo>
                    <a:pt x="1624127" y="1121030"/>
                    <a:pt x="1625397" y="1108330"/>
                    <a:pt x="1625397" y="1095630"/>
                  </a:cubicBezTo>
                  <a:cubicBezTo>
                    <a:pt x="1624127" y="1047841"/>
                    <a:pt x="1622857" y="1004006"/>
                    <a:pt x="1622857" y="956862"/>
                  </a:cubicBezTo>
                  <a:cubicBezTo>
                    <a:pt x="1622857" y="935358"/>
                    <a:pt x="1625397" y="913853"/>
                    <a:pt x="1624127" y="892349"/>
                  </a:cubicBezTo>
                  <a:cubicBezTo>
                    <a:pt x="1624127" y="872499"/>
                    <a:pt x="1622857" y="851822"/>
                    <a:pt x="1621587" y="831972"/>
                  </a:cubicBezTo>
                  <a:cubicBezTo>
                    <a:pt x="1616507" y="801370"/>
                    <a:pt x="1605077" y="167823"/>
                    <a:pt x="1605077" y="137221"/>
                  </a:cubicBezTo>
                  <a:cubicBezTo>
                    <a:pt x="1602537" y="111581"/>
                    <a:pt x="1599997" y="85114"/>
                    <a:pt x="1597457" y="59475"/>
                  </a:cubicBezTo>
                  <a:cubicBezTo>
                    <a:pt x="1596187" y="44450"/>
                    <a:pt x="1594917" y="43180"/>
                    <a:pt x="1578446" y="41910"/>
                  </a:cubicBezTo>
                  <a:cubicBezTo>
                    <a:pt x="1574789" y="41910"/>
                    <a:pt x="1572350" y="41910"/>
                    <a:pt x="1568692" y="40640"/>
                  </a:cubicBezTo>
                  <a:cubicBezTo>
                    <a:pt x="1538211" y="36830"/>
                    <a:pt x="1506510" y="31750"/>
                    <a:pt x="1476029" y="30480"/>
                  </a:cubicBezTo>
                  <a:cubicBezTo>
                    <a:pt x="1401654" y="26670"/>
                    <a:pt x="1326060" y="25400"/>
                    <a:pt x="1251686" y="22860"/>
                  </a:cubicBezTo>
                  <a:lnTo>
                    <a:pt x="1163899" y="22860"/>
                  </a:lnTo>
                  <a:cubicBezTo>
                    <a:pt x="1124883" y="22860"/>
                    <a:pt x="1085867" y="22860"/>
                    <a:pt x="1048070" y="24130"/>
                  </a:cubicBezTo>
                  <a:cubicBezTo>
                    <a:pt x="1015150" y="25400"/>
                    <a:pt x="460388" y="29210"/>
                    <a:pt x="427468" y="29210"/>
                  </a:cubicBezTo>
                  <a:cubicBezTo>
                    <a:pt x="373821" y="29210"/>
                    <a:pt x="320173" y="26670"/>
                    <a:pt x="266526" y="33020"/>
                  </a:cubicBezTo>
                  <a:cubicBezTo>
                    <a:pt x="238483" y="36830"/>
                    <a:pt x="211660" y="36830"/>
                    <a:pt x="184836" y="38100"/>
                  </a:cubicBezTo>
                  <a:cubicBezTo>
                    <a:pt x="138504" y="41910"/>
                    <a:pt x="92172" y="45720"/>
                    <a:pt x="45841" y="50800"/>
                  </a:cubicBezTo>
                  <a:cubicBezTo>
                    <a:pt x="33235" y="50800"/>
                    <a:pt x="30695" y="52858"/>
                    <a:pt x="29425" y="62783"/>
                  </a:cubicBezTo>
                  <a:cubicBezTo>
                    <a:pt x="28155" y="77671"/>
                    <a:pt x="28155" y="92558"/>
                    <a:pt x="26885" y="107446"/>
                  </a:cubicBezTo>
                  <a:cubicBezTo>
                    <a:pt x="25615" y="132258"/>
                    <a:pt x="23075" y="156244"/>
                    <a:pt x="21805" y="181056"/>
                  </a:cubicBezTo>
                  <a:cubicBezTo>
                    <a:pt x="16725" y="207523"/>
                    <a:pt x="23075" y="854303"/>
                    <a:pt x="25615" y="880770"/>
                  </a:cubicBezTo>
                  <a:cubicBezTo>
                    <a:pt x="25615" y="908891"/>
                    <a:pt x="25615" y="937839"/>
                    <a:pt x="26885" y="965960"/>
                  </a:cubicBezTo>
                  <a:cubicBezTo>
                    <a:pt x="26885" y="986637"/>
                    <a:pt x="29425" y="1007314"/>
                    <a:pt x="29425" y="1027991"/>
                  </a:cubicBezTo>
                  <a:cubicBezTo>
                    <a:pt x="29425" y="1050322"/>
                    <a:pt x="29425" y="1072654"/>
                    <a:pt x="28155" y="1095630"/>
                  </a:cubicBezTo>
                  <a:lnTo>
                    <a:pt x="28155" y="1105790"/>
                  </a:lnTo>
                  <a:cubicBezTo>
                    <a:pt x="28155" y="1115950"/>
                    <a:pt x="31965" y="1119760"/>
                    <a:pt x="40855" y="1119760"/>
                  </a:cubicBezTo>
                  <a:cubicBezTo>
                    <a:pt x="56814" y="1119760"/>
                    <a:pt x="73883" y="1121030"/>
                    <a:pt x="89734" y="1121030"/>
                  </a:cubicBezTo>
                  <a:cubicBezTo>
                    <a:pt x="112900" y="1121030"/>
                    <a:pt x="137285" y="1118490"/>
                    <a:pt x="160451" y="1121030"/>
                  </a:cubicBezTo>
                  <a:cubicBezTo>
                    <a:pt x="198248" y="1124840"/>
                    <a:pt x="236045" y="1127380"/>
                    <a:pt x="273842" y="1126110"/>
                  </a:cubicBezTo>
                  <a:cubicBezTo>
                    <a:pt x="298227" y="1124840"/>
                    <a:pt x="321393" y="1127380"/>
                    <a:pt x="345778" y="1127380"/>
                  </a:cubicBezTo>
                  <a:cubicBezTo>
                    <a:pt x="381136" y="1127380"/>
                    <a:pt x="416495" y="1126110"/>
                    <a:pt x="451853" y="1127380"/>
                  </a:cubicBezTo>
                  <a:cubicBezTo>
                    <a:pt x="504281" y="1128650"/>
                    <a:pt x="1079770" y="1118490"/>
                    <a:pt x="1133418" y="1121030"/>
                  </a:cubicBezTo>
                  <a:cubicBezTo>
                    <a:pt x="1156583" y="1122300"/>
                    <a:pt x="1179749" y="1123570"/>
                    <a:pt x="1201696" y="1123570"/>
                  </a:cubicBezTo>
                  <a:cubicBezTo>
                    <a:pt x="1241931" y="1126110"/>
                    <a:pt x="1280948" y="1122300"/>
                    <a:pt x="1321183" y="1126110"/>
                  </a:cubicBezTo>
                  <a:cubicBezTo>
                    <a:pt x="1354103" y="1128650"/>
                    <a:pt x="1387023" y="1128650"/>
                    <a:pt x="1419943" y="1131190"/>
                  </a:cubicBezTo>
                  <a:cubicBezTo>
                    <a:pt x="1468713" y="1135000"/>
                    <a:pt x="1517484" y="1137540"/>
                    <a:pt x="1566254" y="1138810"/>
                  </a:cubicBezTo>
                  <a:cubicBezTo>
                    <a:pt x="1584757" y="1138810"/>
                    <a:pt x="1602537" y="1137540"/>
                    <a:pt x="1622857" y="113754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17834" name="Group 129">
            <a:extLst>
              <a:ext uri="{FF2B5EF4-FFF2-40B4-BE49-F238E27FC236}">
                <a16:creationId xmlns:a16="http://schemas.microsoft.com/office/drawing/2014/main" id="{63E1B230-9A94-9CD3-C506-0B0973511657}"/>
              </a:ext>
            </a:extLst>
          </p:cNvPr>
          <p:cNvGrpSpPr/>
          <p:nvPr/>
        </p:nvGrpSpPr>
        <p:grpSpPr>
          <a:xfrm>
            <a:off x="8212294" y="4215057"/>
            <a:ext cx="1451195" cy="1026479"/>
            <a:chOff x="0" y="0"/>
            <a:chExt cx="1672846" cy="1183260"/>
          </a:xfrm>
        </p:grpSpPr>
        <p:sp>
          <p:nvSpPr>
            <p:cNvPr id="17835" name="Freeform 130">
              <a:extLst>
                <a:ext uri="{FF2B5EF4-FFF2-40B4-BE49-F238E27FC236}">
                  <a16:creationId xmlns:a16="http://schemas.microsoft.com/office/drawing/2014/main" id="{0447C8FF-DF9F-1960-A6B4-A5005D01F171}"/>
                </a:ext>
              </a:extLst>
            </p:cNvPr>
            <p:cNvSpPr/>
            <p:nvPr/>
          </p:nvSpPr>
          <p:spPr>
            <a:xfrm>
              <a:off x="39984" y="45156"/>
              <a:ext cx="1632862" cy="1137399"/>
            </a:xfrm>
            <a:custGeom>
              <a:avLst/>
              <a:gdLst/>
              <a:ahLst/>
              <a:cxnLst/>
              <a:rect l="l" t="t" r="r" b="b"/>
              <a:pathLst>
                <a:path w="1632862" h="1137399">
                  <a:moveTo>
                    <a:pt x="656" y="1107624"/>
                  </a:moveTo>
                  <a:cubicBezTo>
                    <a:pt x="-1884" y="1116514"/>
                    <a:pt x="3196" y="1122864"/>
                    <a:pt x="11686" y="1124134"/>
                  </a:cubicBezTo>
                  <a:cubicBezTo>
                    <a:pt x="21380" y="1125404"/>
                    <a:pt x="29862" y="1125404"/>
                    <a:pt x="39556" y="1125404"/>
                  </a:cubicBezTo>
                  <a:cubicBezTo>
                    <a:pt x="78331" y="1126674"/>
                    <a:pt x="117106" y="1126674"/>
                    <a:pt x="157093" y="1127944"/>
                  </a:cubicBezTo>
                  <a:cubicBezTo>
                    <a:pt x="178904" y="1129214"/>
                    <a:pt x="200715" y="1130484"/>
                    <a:pt x="221315" y="1131754"/>
                  </a:cubicBezTo>
                  <a:cubicBezTo>
                    <a:pt x="257667" y="1133024"/>
                    <a:pt x="292807" y="1133024"/>
                    <a:pt x="329158" y="1134294"/>
                  </a:cubicBezTo>
                  <a:cubicBezTo>
                    <a:pt x="343699" y="1134294"/>
                    <a:pt x="357028" y="1134294"/>
                    <a:pt x="371569" y="1133024"/>
                  </a:cubicBezTo>
                  <a:cubicBezTo>
                    <a:pt x="377627" y="1133024"/>
                    <a:pt x="384898" y="1131754"/>
                    <a:pt x="390956" y="1131754"/>
                  </a:cubicBezTo>
                  <a:cubicBezTo>
                    <a:pt x="415191" y="1133024"/>
                    <a:pt x="899881" y="1124134"/>
                    <a:pt x="924116" y="1125404"/>
                  </a:cubicBezTo>
                  <a:cubicBezTo>
                    <a:pt x="958044" y="1126674"/>
                    <a:pt x="1051347" y="1126674"/>
                    <a:pt x="1085275" y="1126674"/>
                  </a:cubicBezTo>
                  <a:cubicBezTo>
                    <a:pt x="1098604" y="1126674"/>
                    <a:pt x="1110722" y="1125404"/>
                    <a:pt x="1124051" y="1125404"/>
                  </a:cubicBezTo>
                  <a:lnTo>
                    <a:pt x="1189484" y="1129214"/>
                  </a:lnTo>
                  <a:cubicBezTo>
                    <a:pt x="1236741" y="1131754"/>
                    <a:pt x="1282787" y="1129214"/>
                    <a:pt x="1330044" y="1133024"/>
                  </a:cubicBezTo>
                  <a:cubicBezTo>
                    <a:pt x="1408806" y="1138104"/>
                    <a:pt x="1488780" y="1131754"/>
                    <a:pt x="1569362" y="1136834"/>
                  </a:cubicBezTo>
                  <a:cubicBezTo>
                    <a:pt x="1589682" y="1138104"/>
                    <a:pt x="1610002" y="1136834"/>
                    <a:pt x="1632862" y="1136834"/>
                  </a:cubicBezTo>
                  <a:lnTo>
                    <a:pt x="1632862" y="1077144"/>
                  </a:lnTo>
                  <a:cubicBezTo>
                    <a:pt x="1631592" y="1025016"/>
                    <a:pt x="1630322" y="985316"/>
                    <a:pt x="1630322" y="943135"/>
                  </a:cubicBezTo>
                  <a:cubicBezTo>
                    <a:pt x="1630322" y="894337"/>
                    <a:pt x="1634132" y="844712"/>
                    <a:pt x="1627782" y="795914"/>
                  </a:cubicBezTo>
                  <a:cubicBezTo>
                    <a:pt x="1620162" y="763658"/>
                    <a:pt x="1608732" y="127629"/>
                    <a:pt x="1608732" y="95373"/>
                  </a:cubicBezTo>
                  <a:cubicBezTo>
                    <a:pt x="1606192" y="73042"/>
                    <a:pt x="1604922" y="49883"/>
                    <a:pt x="1602382" y="27552"/>
                  </a:cubicBezTo>
                  <a:cubicBezTo>
                    <a:pt x="1602382" y="20935"/>
                    <a:pt x="1601112" y="14319"/>
                    <a:pt x="1599842" y="5644"/>
                  </a:cubicBezTo>
                  <a:cubicBezTo>
                    <a:pt x="1589682" y="3104"/>
                    <a:pt x="1580792" y="1834"/>
                    <a:pt x="1570632" y="564"/>
                  </a:cubicBezTo>
                  <a:cubicBezTo>
                    <a:pt x="1563012" y="-706"/>
                    <a:pt x="1555392" y="564"/>
                    <a:pt x="1549042" y="564"/>
                  </a:cubicBezTo>
                  <a:lnTo>
                    <a:pt x="5628" y="5644"/>
                  </a:lnTo>
                  <a:lnTo>
                    <a:pt x="656" y="1107624"/>
                  </a:lnTo>
                  <a:close/>
                </a:path>
              </a:pathLst>
            </a:custGeom>
            <a:solidFill>
              <a:srgbClr val="FCFCF8"/>
            </a:solidFill>
          </p:spPr>
          <p:txBody>
            <a:bodyPr/>
            <a:lstStyle/>
            <a:p>
              <a:endParaRPr lang="en-AU"/>
            </a:p>
          </p:txBody>
        </p:sp>
        <p:sp>
          <p:nvSpPr>
            <p:cNvPr id="17836" name="Freeform 131">
              <a:extLst>
                <a:ext uri="{FF2B5EF4-FFF2-40B4-BE49-F238E27FC236}">
                  <a16:creationId xmlns:a16="http://schemas.microsoft.com/office/drawing/2014/main" id="{AD9950C5-F3BF-46F7-FB00-B47C80C11A35}"/>
                </a:ext>
              </a:extLst>
            </p:cNvPr>
            <p:cNvSpPr/>
            <p:nvPr/>
          </p:nvSpPr>
          <p:spPr>
            <a:xfrm>
              <a:off x="11430" y="16510"/>
              <a:ext cx="1611886" cy="1128650"/>
            </a:xfrm>
            <a:custGeom>
              <a:avLst/>
              <a:gdLst/>
              <a:ahLst/>
              <a:cxnLst/>
              <a:rect l="l" t="t" r="r" b="b"/>
              <a:pathLst>
                <a:path w="1611886" h="1128650">
                  <a:moveTo>
                    <a:pt x="1611886" y="1128650"/>
                  </a:moveTo>
                  <a:lnTo>
                    <a:pt x="0" y="1121030"/>
                  </a:lnTo>
                  <a:lnTo>
                    <a:pt x="0" y="401920"/>
                  </a:lnTo>
                  <a:lnTo>
                    <a:pt x="7620" y="20320"/>
                  </a:lnTo>
                  <a:lnTo>
                    <a:pt x="801204" y="0"/>
                  </a:lnTo>
                  <a:lnTo>
                    <a:pt x="1590296" y="8890"/>
                  </a:lnTo>
                  <a:close/>
                </a:path>
              </a:pathLst>
            </a:custGeom>
            <a:solidFill>
              <a:srgbClr val="FEFA9C"/>
            </a:solidFill>
          </p:spPr>
          <p:txBody>
            <a:bodyPr/>
            <a:lstStyle/>
            <a:p>
              <a:r>
                <a:rPr lang="en-AU" sz="1200" b="1" dirty="0"/>
                <a:t>Privacy by Design</a:t>
              </a:r>
              <a:endParaRPr lang="en-AU" sz="1200" dirty="0"/>
            </a:p>
            <a:p>
              <a:endParaRPr lang="en-AU" dirty="0"/>
            </a:p>
          </p:txBody>
        </p:sp>
        <p:sp>
          <p:nvSpPr>
            <p:cNvPr id="17837" name="Freeform 132">
              <a:extLst>
                <a:ext uri="{FF2B5EF4-FFF2-40B4-BE49-F238E27FC236}">
                  <a16:creationId xmlns:a16="http://schemas.microsoft.com/office/drawing/2014/main" id="{09C929F7-5796-5435-9B2F-8C331CB253CB}"/>
                </a:ext>
              </a:extLst>
            </p:cNvPr>
            <p:cNvSpPr/>
            <p:nvPr/>
          </p:nvSpPr>
          <p:spPr>
            <a:xfrm>
              <a:off x="-215" y="0"/>
              <a:ext cx="1636231" cy="1154614"/>
            </a:xfrm>
            <a:custGeom>
              <a:avLst/>
              <a:gdLst/>
              <a:ahLst/>
              <a:cxnLst/>
              <a:rect l="l" t="t" r="r" b="b"/>
              <a:pathLst>
                <a:path w="1636231" h="1154614">
                  <a:moveTo>
                    <a:pt x="1603211" y="21590"/>
                  </a:moveTo>
                  <a:cubicBezTo>
                    <a:pt x="1604481" y="34290"/>
                    <a:pt x="1604481" y="44450"/>
                    <a:pt x="1605751" y="53685"/>
                  </a:cubicBezTo>
                  <a:cubicBezTo>
                    <a:pt x="1608291" y="76016"/>
                    <a:pt x="1609561" y="99175"/>
                    <a:pt x="1612101" y="121506"/>
                  </a:cubicBezTo>
                  <a:cubicBezTo>
                    <a:pt x="1612101" y="153762"/>
                    <a:pt x="1624801" y="789791"/>
                    <a:pt x="1631151" y="822047"/>
                  </a:cubicBezTo>
                  <a:cubicBezTo>
                    <a:pt x="1637501" y="870845"/>
                    <a:pt x="1633691" y="920470"/>
                    <a:pt x="1633691" y="969268"/>
                  </a:cubicBezTo>
                  <a:cubicBezTo>
                    <a:pt x="1633691" y="1012276"/>
                    <a:pt x="1634961" y="1051976"/>
                    <a:pt x="1636231" y="1094360"/>
                  </a:cubicBezTo>
                  <a:lnTo>
                    <a:pt x="1636231" y="1154050"/>
                  </a:lnTo>
                  <a:cubicBezTo>
                    <a:pt x="1613371" y="1154050"/>
                    <a:pt x="1593051" y="1155320"/>
                    <a:pt x="1572731" y="1154050"/>
                  </a:cubicBezTo>
                  <a:cubicBezTo>
                    <a:pt x="1493839" y="1148970"/>
                    <a:pt x="1413865" y="1155320"/>
                    <a:pt x="1335103" y="1150240"/>
                  </a:cubicBezTo>
                  <a:cubicBezTo>
                    <a:pt x="1287846" y="1146430"/>
                    <a:pt x="1241800" y="1148970"/>
                    <a:pt x="1194543" y="1146430"/>
                  </a:cubicBezTo>
                  <a:lnTo>
                    <a:pt x="1129110" y="1142620"/>
                  </a:lnTo>
                  <a:cubicBezTo>
                    <a:pt x="1115781" y="1142620"/>
                    <a:pt x="1103663" y="1143890"/>
                    <a:pt x="1090334" y="1143890"/>
                  </a:cubicBezTo>
                  <a:cubicBezTo>
                    <a:pt x="1056406" y="1142620"/>
                    <a:pt x="963103" y="1143890"/>
                    <a:pt x="929175" y="1142620"/>
                  </a:cubicBezTo>
                  <a:cubicBezTo>
                    <a:pt x="904940" y="1141350"/>
                    <a:pt x="420250" y="1150240"/>
                    <a:pt x="396015" y="1148970"/>
                  </a:cubicBezTo>
                  <a:cubicBezTo>
                    <a:pt x="389957" y="1148970"/>
                    <a:pt x="382686" y="1150240"/>
                    <a:pt x="376628" y="1150240"/>
                  </a:cubicBezTo>
                  <a:cubicBezTo>
                    <a:pt x="362087" y="1150240"/>
                    <a:pt x="348758" y="1151510"/>
                    <a:pt x="334217" y="1151510"/>
                  </a:cubicBezTo>
                  <a:cubicBezTo>
                    <a:pt x="297866" y="1151510"/>
                    <a:pt x="262726" y="1150240"/>
                    <a:pt x="226374" y="1148970"/>
                  </a:cubicBezTo>
                  <a:cubicBezTo>
                    <a:pt x="204563" y="1147700"/>
                    <a:pt x="182752" y="1146430"/>
                    <a:pt x="162152" y="1145160"/>
                  </a:cubicBezTo>
                  <a:cubicBezTo>
                    <a:pt x="123377" y="1143890"/>
                    <a:pt x="84602" y="1142620"/>
                    <a:pt x="44615" y="1142620"/>
                  </a:cubicBezTo>
                  <a:cubicBezTo>
                    <a:pt x="34505" y="1142620"/>
                    <a:pt x="25615" y="1142620"/>
                    <a:pt x="15455" y="1141350"/>
                  </a:cubicBezTo>
                  <a:cubicBezTo>
                    <a:pt x="6565" y="1140080"/>
                    <a:pt x="1485" y="1133730"/>
                    <a:pt x="4025" y="1124840"/>
                  </a:cubicBezTo>
                  <a:cubicBezTo>
                    <a:pt x="12915" y="1093331"/>
                    <a:pt x="9105" y="1072654"/>
                    <a:pt x="7835" y="1051149"/>
                  </a:cubicBezTo>
                  <a:cubicBezTo>
                    <a:pt x="6565" y="1007314"/>
                    <a:pt x="2755" y="964305"/>
                    <a:pt x="4025" y="920470"/>
                  </a:cubicBezTo>
                  <a:cubicBezTo>
                    <a:pt x="1485" y="865882"/>
                    <a:pt x="-3595" y="190154"/>
                    <a:pt x="4025" y="134739"/>
                  </a:cubicBezTo>
                  <a:cubicBezTo>
                    <a:pt x="5295" y="123987"/>
                    <a:pt x="4025" y="112408"/>
                    <a:pt x="5295" y="101656"/>
                  </a:cubicBezTo>
                  <a:cubicBezTo>
                    <a:pt x="6565" y="84287"/>
                    <a:pt x="9105" y="65264"/>
                    <a:pt x="10375" y="44450"/>
                  </a:cubicBezTo>
                  <a:cubicBezTo>
                    <a:pt x="10375" y="41910"/>
                    <a:pt x="11645" y="39370"/>
                    <a:pt x="12915" y="38100"/>
                  </a:cubicBezTo>
                  <a:cubicBezTo>
                    <a:pt x="34505" y="35560"/>
                    <a:pt x="54309" y="30480"/>
                    <a:pt x="73696" y="29210"/>
                  </a:cubicBezTo>
                  <a:cubicBezTo>
                    <a:pt x="106413" y="25400"/>
                    <a:pt x="139129" y="22860"/>
                    <a:pt x="173058" y="20320"/>
                  </a:cubicBezTo>
                  <a:cubicBezTo>
                    <a:pt x="196081" y="17780"/>
                    <a:pt x="219103" y="16510"/>
                    <a:pt x="240914" y="13970"/>
                  </a:cubicBezTo>
                  <a:cubicBezTo>
                    <a:pt x="262726" y="11430"/>
                    <a:pt x="285748" y="8890"/>
                    <a:pt x="307559" y="8890"/>
                  </a:cubicBezTo>
                  <a:cubicBezTo>
                    <a:pt x="331794" y="7620"/>
                    <a:pt x="356028" y="10160"/>
                    <a:pt x="380263" y="8890"/>
                  </a:cubicBezTo>
                  <a:cubicBezTo>
                    <a:pt x="410556" y="8890"/>
                    <a:pt x="959468" y="6350"/>
                    <a:pt x="989761" y="5080"/>
                  </a:cubicBezTo>
                  <a:cubicBezTo>
                    <a:pt x="1018842" y="3810"/>
                    <a:pt x="1047924" y="2540"/>
                    <a:pt x="1078217" y="2540"/>
                  </a:cubicBezTo>
                  <a:cubicBezTo>
                    <a:pt x="1127898" y="1270"/>
                    <a:pt x="1176367" y="0"/>
                    <a:pt x="1226048" y="0"/>
                  </a:cubicBezTo>
                  <a:cubicBezTo>
                    <a:pt x="1246647" y="0"/>
                    <a:pt x="1268458" y="2540"/>
                    <a:pt x="1289057" y="2540"/>
                  </a:cubicBezTo>
                  <a:cubicBezTo>
                    <a:pt x="1346009" y="3810"/>
                    <a:pt x="1404171" y="5080"/>
                    <a:pt x="1461122" y="7620"/>
                  </a:cubicBezTo>
                  <a:cubicBezTo>
                    <a:pt x="1491416" y="8890"/>
                    <a:pt x="1521709" y="12700"/>
                    <a:pt x="1552002" y="16510"/>
                  </a:cubicBezTo>
                  <a:lnTo>
                    <a:pt x="1572731" y="16510"/>
                  </a:lnTo>
                  <a:cubicBezTo>
                    <a:pt x="1584161" y="17780"/>
                    <a:pt x="1593051" y="20320"/>
                    <a:pt x="1603211" y="21590"/>
                  </a:cubicBezTo>
                  <a:close/>
                  <a:moveTo>
                    <a:pt x="1613371" y="1137540"/>
                  </a:moveTo>
                  <a:cubicBezTo>
                    <a:pt x="1614641" y="1121030"/>
                    <a:pt x="1615911" y="1108330"/>
                    <a:pt x="1615911" y="1095630"/>
                  </a:cubicBezTo>
                  <a:cubicBezTo>
                    <a:pt x="1614641" y="1047841"/>
                    <a:pt x="1613371" y="1004006"/>
                    <a:pt x="1613371" y="956862"/>
                  </a:cubicBezTo>
                  <a:cubicBezTo>
                    <a:pt x="1613371" y="935358"/>
                    <a:pt x="1615911" y="913853"/>
                    <a:pt x="1614641" y="892349"/>
                  </a:cubicBezTo>
                  <a:cubicBezTo>
                    <a:pt x="1614641" y="872499"/>
                    <a:pt x="1613371" y="851822"/>
                    <a:pt x="1612101" y="831972"/>
                  </a:cubicBezTo>
                  <a:cubicBezTo>
                    <a:pt x="1607021" y="801370"/>
                    <a:pt x="1595591" y="167823"/>
                    <a:pt x="1595591" y="137221"/>
                  </a:cubicBezTo>
                  <a:cubicBezTo>
                    <a:pt x="1593051" y="111581"/>
                    <a:pt x="1590511" y="85114"/>
                    <a:pt x="1587971" y="59475"/>
                  </a:cubicBezTo>
                  <a:cubicBezTo>
                    <a:pt x="1586701" y="44450"/>
                    <a:pt x="1585431" y="43180"/>
                    <a:pt x="1568966" y="41910"/>
                  </a:cubicBezTo>
                  <a:cubicBezTo>
                    <a:pt x="1565331" y="41910"/>
                    <a:pt x="1562907" y="41910"/>
                    <a:pt x="1559272" y="40640"/>
                  </a:cubicBezTo>
                  <a:cubicBezTo>
                    <a:pt x="1528979" y="36830"/>
                    <a:pt x="1497474" y="31750"/>
                    <a:pt x="1467181" y="30480"/>
                  </a:cubicBezTo>
                  <a:cubicBezTo>
                    <a:pt x="1393266" y="26670"/>
                    <a:pt x="1318139" y="25400"/>
                    <a:pt x="1244223" y="22860"/>
                  </a:cubicBezTo>
                  <a:lnTo>
                    <a:pt x="1156979" y="22860"/>
                  </a:lnTo>
                  <a:cubicBezTo>
                    <a:pt x="1118204" y="22860"/>
                    <a:pt x="1079429" y="22860"/>
                    <a:pt x="1041865" y="24130"/>
                  </a:cubicBezTo>
                  <a:cubicBezTo>
                    <a:pt x="1009149" y="25400"/>
                    <a:pt x="457813" y="29210"/>
                    <a:pt x="425097" y="29210"/>
                  </a:cubicBezTo>
                  <a:cubicBezTo>
                    <a:pt x="371781" y="29210"/>
                    <a:pt x="318465" y="26670"/>
                    <a:pt x="265149" y="33020"/>
                  </a:cubicBezTo>
                  <a:cubicBezTo>
                    <a:pt x="237279" y="36830"/>
                    <a:pt x="210621" y="36830"/>
                    <a:pt x="183963" y="38100"/>
                  </a:cubicBezTo>
                  <a:cubicBezTo>
                    <a:pt x="137918" y="41910"/>
                    <a:pt x="91872" y="45720"/>
                    <a:pt x="45827" y="50800"/>
                  </a:cubicBezTo>
                  <a:cubicBezTo>
                    <a:pt x="33235" y="50800"/>
                    <a:pt x="30695" y="52858"/>
                    <a:pt x="29425" y="62783"/>
                  </a:cubicBezTo>
                  <a:cubicBezTo>
                    <a:pt x="28155" y="77671"/>
                    <a:pt x="28155" y="92558"/>
                    <a:pt x="26885" y="107446"/>
                  </a:cubicBezTo>
                  <a:cubicBezTo>
                    <a:pt x="25615" y="132258"/>
                    <a:pt x="23075" y="156244"/>
                    <a:pt x="21805" y="181056"/>
                  </a:cubicBezTo>
                  <a:cubicBezTo>
                    <a:pt x="16725" y="207523"/>
                    <a:pt x="23075" y="854303"/>
                    <a:pt x="25615" y="880770"/>
                  </a:cubicBezTo>
                  <a:cubicBezTo>
                    <a:pt x="25615" y="908891"/>
                    <a:pt x="25615" y="937839"/>
                    <a:pt x="26885" y="965960"/>
                  </a:cubicBezTo>
                  <a:cubicBezTo>
                    <a:pt x="26885" y="986637"/>
                    <a:pt x="29425" y="1007314"/>
                    <a:pt x="29425" y="1027991"/>
                  </a:cubicBezTo>
                  <a:cubicBezTo>
                    <a:pt x="29425" y="1050322"/>
                    <a:pt x="29425" y="1072654"/>
                    <a:pt x="28155" y="1095630"/>
                  </a:cubicBezTo>
                  <a:lnTo>
                    <a:pt x="28155" y="1105790"/>
                  </a:lnTo>
                  <a:cubicBezTo>
                    <a:pt x="28155" y="1115950"/>
                    <a:pt x="31965" y="1119760"/>
                    <a:pt x="40855" y="1119760"/>
                  </a:cubicBezTo>
                  <a:cubicBezTo>
                    <a:pt x="56732" y="1119760"/>
                    <a:pt x="73696" y="1121030"/>
                    <a:pt x="89449" y="1121030"/>
                  </a:cubicBezTo>
                  <a:cubicBezTo>
                    <a:pt x="112471" y="1121030"/>
                    <a:pt x="136706" y="1118490"/>
                    <a:pt x="159729" y="1121030"/>
                  </a:cubicBezTo>
                  <a:cubicBezTo>
                    <a:pt x="197292" y="1124840"/>
                    <a:pt x="234856" y="1127380"/>
                    <a:pt x="272419" y="1126110"/>
                  </a:cubicBezTo>
                  <a:cubicBezTo>
                    <a:pt x="296654" y="1124840"/>
                    <a:pt x="319677" y="1127380"/>
                    <a:pt x="343911" y="1127380"/>
                  </a:cubicBezTo>
                  <a:cubicBezTo>
                    <a:pt x="379051" y="1127380"/>
                    <a:pt x="414191" y="1126110"/>
                    <a:pt x="449331" y="1127380"/>
                  </a:cubicBezTo>
                  <a:cubicBezTo>
                    <a:pt x="501436" y="1128650"/>
                    <a:pt x="1073370" y="1118490"/>
                    <a:pt x="1126686" y="1121030"/>
                  </a:cubicBezTo>
                  <a:cubicBezTo>
                    <a:pt x="1149709" y="1122300"/>
                    <a:pt x="1172732" y="1123570"/>
                    <a:pt x="1194543" y="1123570"/>
                  </a:cubicBezTo>
                  <a:cubicBezTo>
                    <a:pt x="1234530" y="1126110"/>
                    <a:pt x="1273305" y="1122300"/>
                    <a:pt x="1313292" y="1126110"/>
                  </a:cubicBezTo>
                  <a:cubicBezTo>
                    <a:pt x="1346009" y="1128650"/>
                    <a:pt x="1378725" y="1128650"/>
                    <a:pt x="1411442" y="1131190"/>
                  </a:cubicBezTo>
                  <a:cubicBezTo>
                    <a:pt x="1459911" y="1135000"/>
                    <a:pt x="1508380" y="1137540"/>
                    <a:pt x="1556849" y="1138810"/>
                  </a:cubicBezTo>
                  <a:cubicBezTo>
                    <a:pt x="1575271" y="1138810"/>
                    <a:pt x="1593051" y="1137540"/>
                    <a:pt x="1613371" y="113754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17838" name="Group 133">
            <a:extLst>
              <a:ext uri="{FF2B5EF4-FFF2-40B4-BE49-F238E27FC236}">
                <a16:creationId xmlns:a16="http://schemas.microsoft.com/office/drawing/2014/main" id="{E22C6159-F10C-54FD-3859-37F3ED381033}"/>
              </a:ext>
            </a:extLst>
          </p:cNvPr>
          <p:cNvGrpSpPr/>
          <p:nvPr/>
        </p:nvGrpSpPr>
        <p:grpSpPr>
          <a:xfrm>
            <a:off x="9742320" y="4215057"/>
            <a:ext cx="1451195" cy="1026479"/>
            <a:chOff x="0" y="0"/>
            <a:chExt cx="1672846" cy="1183260"/>
          </a:xfrm>
        </p:grpSpPr>
        <p:sp>
          <p:nvSpPr>
            <p:cNvPr id="17839" name="Freeform 134">
              <a:extLst>
                <a:ext uri="{FF2B5EF4-FFF2-40B4-BE49-F238E27FC236}">
                  <a16:creationId xmlns:a16="http://schemas.microsoft.com/office/drawing/2014/main" id="{5B22046D-EF8D-C268-E7F0-5C8669BF4B4F}"/>
                </a:ext>
              </a:extLst>
            </p:cNvPr>
            <p:cNvSpPr/>
            <p:nvPr/>
          </p:nvSpPr>
          <p:spPr>
            <a:xfrm>
              <a:off x="39984" y="45156"/>
              <a:ext cx="1632862" cy="1137399"/>
            </a:xfrm>
            <a:custGeom>
              <a:avLst/>
              <a:gdLst/>
              <a:ahLst/>
              <a:cxnLst/>
              <a:rect l="l" t="t" r="r" b="b"/>
              <a:pathLst>
                <a:path w="1632862" h="1137399">
                  <a:moveTo>
                    <a:pt x="656" y="1107624"/>
                  </a:moveTo>
                  <a:cubicBezTo>
                    <a:pt x="-1884" y="1116514"/>
                    <a:pt x="3196" y="1122864"/>
                    <a:pt x="11686" y="1124134"/>
                  </a:cubicBezTo>
                  <a:cubicBezTo>
                    <a:pt x="21380" y="1125404"/>
                    <a:pt x="29862" y="1125404"/>
                    <a:pt x="39556" y="1125404"/>
                  </a:cubicBezTo>
                  <a:cubicBezTo>
                    <a:pt x="78331" y="1126674"/>
                    <a:pt x="117106" y="1126674"/>
                    <a:pt x="157093" y="1127944"/>
                  </a:cubicBezTo>
                  <a:cubicBezTo>
                    <a:pt x="178904" y="1129214"/>
                    <a:pt x="200715" y="1130484"/>
                    <a:pt x="221315" y="1131754"/>
                  </a:cubicBezTo>
                  <a:cubicBezTo>
                    <a:pt x="257667" y="1133024"/>
                    <a:pt x="292807" y="1133024"/>
                    <a:pt x="329158" y="1134294"/>
                  </a:cubicBezTo>
                  <a:cubicBezTo>
                    <a:pt x="343699" y="1134294"/>
                    <a:pt x="357028" y="1134294"/>
                    <a:pt x="371569" y="1133024"/>
                  </a:cubicBezTo>
                  <a:cubicBezTo>
                    <a:pt x="377627" y="1133024"/>
                    <a:pt x="384898" y="1131754"/>
                    <a:pt x="390956" y="1131754"/>
                  </a:cubicBezTo>
                  <a:cubicBezTo>
                    <a:pt x="415191" y="1133024"/>
                    <a:pt x="899881" y="1124134"/>
                    <a:pt x="924116" y="1125404"/>
                  </a:cubicBezTo>
                  <a:cubicBezTo>
                    <a:pt x="958044" y="1126674"/>
                    <a:pt x="1051347" y="1126674"/>
                    <a:pt x="1085275" y="1126674"/>
                  </a:cubicBezTo>
                  <a:cubicBezTo>
                    <a:pt x="1098604" y="1126674"/>
                    <a:pt x="1110722" y="1125404"/>
                    <a:pt x="1124051" y="1125404"/>
                  </a:cubicBezTo>
                  <a:lnTo>
                    <a:pt x="1189484" y="1129214"/>
                  </a:lnTo>
                  <a:cubicBezTo>
                    <a:pt x="1236741" y="1131754"/>
                    <a:pt x="1282787" y="1129214"/>
                    <a:pt x="1330044" y="1133024"/>
                  </a:cubicBezTo>
                  <a:cubicBezTo>
                    <a:pt x="1408806" y="1138104"/>
                    <a:pt x="1488780" y="1131754"/>
                    <a:pt x="1569362" y="1136834"/>
                  </a:cubicBezTo>
                  <a:cubicBezTo>
                    <a:pt x="1589682" y="1138104"/>
                    <a:pt x="1610002" y="1136834"/>
                    <a:pt x="1632862" y="1136834"/>
                  </a:cubicBezTo>
                  <a:lnTo>
                    <a:pt x="1632862" y="1077144"/>
                  </a:lnTo>
                  <a:cubicBezTo>
                    <a:pt x="1631592" y="1025016"/>
                    <a:pt x="1630322" y="985316"/>
                    <a:pt x="1630322" y="943135"/>
                  </a:cubicBezTo>
                  <a:cubicBezTo>
                    <a:pt x="1630322" y="894337"/>
                    <a:pt x="1634132" y="844712"/>
                    <a:pt x="1627782" y="795914"/>
                  </a:cubicBezTo>
                  <a:cubicBezTo>
                    <a:pt x="1620162" y="763658"/>
                    <a:pt x="1608732" y="127629"/>
                    <a:pt x="1608732" y="95373"/>
                  </a:cubicBezTo>
                  <a:cubicBezTo>
                    <a:pt x="1606192" y="73042"/>
                    <a:pt x="1604922" y="49883"/>
                    <a:pt x="1602382" y="27552"/>
                  </a:cubicBezTo>
                  <a:cubicBezTo>
                    <a:pt x="1602382" y="20935"/>
                    <a:pt x="1601112" y="14319"/>
                    <a:pt x="1599842" y="5644"/>
                  </a:cubicBezTo>
                  <a:cubicBezTo>
                    <a:pt x="1589682" y="3104"/>
                    <a:pt x="1580792" y="1834"/>
                    <a:pt x="1570632" y="564"/>
                  </a:cubicBezTo>
                  <a:cubicBezTo>
                    <a:pt x="1563012" y="-706"/>
                    <a:pt x="1555392" y="564"/>
                    <a:pt x="1549042" y="564"/>
                  </a:cubicBezTo>
                  <a:lnTo>
                    <a:pt x="5628" y="5644"/>
                  </a:lnTo>
                  <a:lnTo>
                    <a:pt x="656" y="1107624"/>
                  </a:lnTo>
                  <a:close/>
                </a:path>
              </a:pathLst>
            </a:custGeom>
            <a:solidFill>
              <a:srgbClr val="FCFCF8"/>
            </a:solidFill>
          </p:spPr>
          <p:txBody>
            <a:bodyPr/>
            <a:lstStyle/>
            <a:p>
              <a:endParaRPr lang="en-AU"/>
            </a:p>
          </p:txBody>
        </p:sp>
        <p:sp>
          <p:nvSpPr>
            <p:cNvPr id="17840" name="Freeform 135">
              <a:extLst>
                <a:ext uri="{FF2B5EF4-FFF2-40B4-BE49-F238E27FC236}">
                  <a16:creationId xmlns:a16="http://schemas.microsoft.com/office/drawing/2014/main" id="{D1527C88-6660-1264-80A2-871948E822A7}"/>
                </a:ext>
              </a:extLst>
            </p:cNvPr>
            <p:cNvSpPr/>
            <p:nvPr/>
          </p:nvSpPr>
          <p:spPr>
            <a:xfrm>
              <a:off x="11430" y="16510"/>
              <a:ext cx="1611886" cy="1128650"/>
            </a:xfrm>
            <a:custGeom>
              <a:avLst/>
              <a:gdLst/>
              <a:ahLst/>
              <a:cxnLst/>
              <a:rect l="l" t="t" r="r" b="b"/>
              <a:pathLst>
                <a:path w="1611886" h="1128650">
                  <a:moveTo>
                    <a:pt x="1611886" y="1128650"/>
                  </a:moveTo>
                  <a:lnTo>
                    <a:pt x="0" y="1121030"/>
                  </a:lnTo>
                  <a:lnTo>
                    <a:pt x="0" y="401920"/>
                  </a:lnTo>
                  <a:lnTo>
                    <a:pt x="7620" y="20320"/>
                  </a:lnTo>
                  <a:lnTo>
                    <a:pt x="801204" y="0"/>
                  </a:lnTo>
                  <a:lnTo>
                    <a:pt x="1590296" y="8890"/>
                  </a:lnTo>
                  <a:close/>
                </a:path>
              </a:pathLst>
            </a:custGeom>
            <a:solidFill>
              <a:srgbClr val="FEFA9C"/>
            </a:solidFill>
          </p:spPr>
          <p:txBody>
            <a:bodyPr/>
            <a:lstStyle/>
            <a:p>
              <a:r>
                <a:rPr lang="en-AU" sz="1200" b="1" dirty="0"/>
                <a:t>Human-in-the-Loop</a:t>
              </a:r>
            </a:p>
          </p:txBody>
        </p:sp>
        <p:sp>
          <p:nvSpPr>
            <p:cNvPr id="17841" name="Freeform 136">
              <a:extLst>
                <a:ext uri="{FF2B5EF4-FFF2-40B4-BE49-F238E27FC236}">
                  <a16:creationId xmlns:a16="http://schemas.microsoft.com/office/drawing/2014/main" id="{267F9032-CCCD-8AAE-6CF4-EA36056B09A7}"/>
                </a:ext>
              </a:extLst>
            </p:cNvPr>
            <p:cNvSpPr/>
            <p:nvPr/>
          </p:nvSpPr>
          <p:spPr>
            <a:xfrm>
              <a:off x="-215" y="0"/>
              <a:ext cx="1636231" cy="1154614"/>
            </a:xfrm>
            <a:custGeom>
              <a:avLst/>
              <a:gdLst/>
              <a:ahLst/>
              <a:cxnLst/>
              <a:rect l="l" t="t" r="r" b="b"/>
              <a:pathLst>
                <a:path w="1636231" h="1154614">
                  <a:moveTo>
                    <a:pt x="1603211" y="21590"/>
                  </a:moveTo>
                  <a:cubicBezTo>
                    <a:pt x="1604481" y="34290"/>
                    <a:pt x="1604481" y="44450"/>
                    <a:pt x="1605751" y="53685"/>
                  </a:cubicBezTo>
                  <a:cubicBezTo>
                    <a:pt x="1608291" y="76016"/>
                    <a:pt x="1609561" y="99175"/>
                    <a:pt x="1612101" y="121506"/>
                  </a:cubicBezTo>
                  <a:cubicBezTo>
                    <a:pt x="1612101" y="153762"/>
                    <a:pt x="1624801" y="789791"/>
                    <a:pt x="1631151" y="822047"/>
                  </a:cubicBezTo>
                  <a:cubicBezTo>
                    <a:pt x="1637501" y="870845"/>
                    <a:pt x="1633691" y="920470"/>
                    <a:pt x="1633691" y="969268"/>
                  </a:cubicBezTo>
                  <a:cubicBezTo>
                    <a:pt x="1633691" y="1012276"/>
                    <a:pt x="1634961" y="1051976"/>
                    <a:pt x="1636231" y="1094360"/>
                  </a:cubicBezTo>
                  <a:lnTo>
                    <a:pt x="1636231" y="1154050"/>
                  </a:lnTo>
                  <a:cubicBezTo>
                    <a:pt x="1613371" y="1154050"/>
                    <a:pt x="1593051" y="1155320"/>
                    <a:pt x="1572731" y="1154050"/>
                  </a:cubicBezTo>
                  <a:cubicBezTo>
                    <a:pt x="1493839" y="1148970"/>
                    <a:pt x="1413865" y="1155320"/>
                    <a:pt x="1335103" y="1150240"/>
                  </a:cubicBezTo>
                  <a:cubicBezTo>
                    <a:pt x="1287846" y="1146430"/>
                    <a:pt x="1241800" y="1148970"/>
                    <a:pt x="1194543" y="1146430"/>
                  </a:cubicBezTo>
                  <a:lnTo>
                    <a:pt x="1129110" y="1142620"/>
                  </a:lnTo>
                  <a:cubicBezTo>
                    <a:pt x="1115781" y="1142620"/>
                    <a:pt x="1103663" y="1143890"/>
                    <a:pt x="1090334" y="1143890"/>
                  </a:cubicBezTo>
                  <a:cubicBezTo>
                    <a:pt x="1056406" y="1142620"/>
                    <a:pt x="963103" y="1143890"/>
                    <a:pt x="929175" y="1142620"/>
                  </a:cubicBezTo>
                  <a:cubicBezTo>
                    <a:pt x="904940" y="1141350"/>
                    <a:pt x="420250" y="1150240"/>
                    <a:pt x="396015" y="1148970"/>
                  </a:cubicBezTo>
                  <a:cubicBezTo>
                    <a:pt x="389957" y="1148970"/>
                    <a:pt x="382686" y="1150240"/>
                    <a:pt x="376628" y="1150240"/>
                  </a:cubicBezTo>
                  <a:cubicBezTo>
                    <a:pt x="362087" y="1150240"/>
                    <a:pt x="348758" y="1151510"/>
                    <a:pt x="334217" y="1151510"/>
                  </a:cubicBezTo>
                  <a:cubicBezTo>
                    <a:pt x="297866" y="1151510"/>
                    <a:pt x="262726" y="1150240"/>
                    <a:pt x="226374" y="1148970"/>
                  </a:cubicBezTo>
                  <a:cubicBezTo>
                    <a:pt x="204563" y="1147700"/>
                    <a:pt x="182752" y="1146430"/>
                    <a:pt x="162152" y="1145160"/>
                  </a:cubicBezTo>
                  <a:cubicBezTo>
                    <a:pt x="123377" y="1143890"/>
                    <a:pt x="84602" y="1142620"/>
                    <a:pt x="44615" y="1142620"/>
                  </a:cubicBezTo>
                  <a:cubicBezTo>
                    <a:pt x="34505" y="1142620"/>
                    <a:pt x="25615" y="1142620"/>
                    <a:pt x="15455" y="1141350"/>
                  </a:cubicBezTo>
                  <a:cubicBezTo>
                    <a:pt x="6565" y="1140080"/>
                    <a:pt x="1485" y="1133730"/>
                    <a:pt x="4025" y="1124840"/>
                  </a:cubicBezTo>
                  <a:cubicBezTo>
                    <a:pt x="12915" y="1093331"/>
                    <a:pt x="9105" y="1072654"/>
                    <a:pt x="7835" y="1051149"/>
                  </a:cubicBezTo>
                  <a:cubicBezTo>
                    <a:pt x="6565" y="1007314"/>
                    <a:pt x="2755" y="964305"/>
                    <a:pt x="4025" y="920470"/>
                  </a:cubicBezTo>
                  <a:cubicBezTo>
                    <a:pt x="1485" y="865882"/>
                    <a:pt x="-3595" y="190154"/>
                    <a:pt x="4025" y="134739"/>
                  </a:cubicBezTo>
                  <a:cubicBezTo>
                    <a:pt x="5295" y="123987"/>
                    <a:pt x="4025" y="112408"/>
                    <a:pt x="5295" y="101656"/>
                  </a:cubicBezTo>
                  <a:cubicBezTo>
                    <a:pt x="6565" y="84287"/>
                    <a:pt x="9105" y="65264"/>
                    <a:pt x="10375" y="44450"/>
                  </a:cubicBezTo>
                  <a:cubicBezTo>
                    <a:pt x="10375" y="41910"/>
                    <a:pt x="11645" y="39370"/>
                    <a:pt x="12915" y="38100"/>
                  </a:cubicBezTo>
                  <a:cubicBezTo>
                    <a:pt x="34505" y="35560"/>
                    <a:pt x="54309" y="30480"/>
                    <a:pt x="73696" y="29210"/>
                  </a:cubicBezTo>
                  <a:cubicBezTo>
                    <a:pt x="106413" y="25400"/>
                    <a:pt x="139129" y="22860"/>
                    <a:pt x="173058" y="20320"/>
                  </a:cubicBezTo>
                  <a:cubicBezTo>
                    <a:pt x="196081" y="17780"/>
                    <a:pt x="219103" y="16510"/>
                    <a:pt x="240914" y="13970"/>
                  </a:cubicBezTo>
                  <a:cubicBezTo>
                    <a:pt x="262726" y="11430"/>
                    <a:pt x="285748" y="8890"/>
                    <a:pt x="307559" y="8890"/>
                  </a:cubicBezTo>
                  <a:cubicBezTo>
                    <a:pt x="331794" y="7620"/>
                    <a:pt x="356028" y="10160"/>
                    <a:pt x="380263" y="8890"/>
                  </a:cubicBezTo>
                  <a:cubicBezTo>
                    <a:pt x="410556" y="8890"/>
                    <a:pt x="959468" y="6350"/>
                    <a:pt x="989761" y="5080"/>
                  </a:cubicBezTo>
                  <a:cubicBezTo>
                    <a:pt x="1018842" y="3810"/>
                    <a:pt x="1047924" y="2540"/>
                    <a:pt x="1078217" y="2540"/>
                  </a:cubicBezTo>
                  <a:cubicBezTo>
                    <a:pt x="1127898" y="1270"/>
                    <a:pt x="1176367" y="0"/>
                    <a:pt x="1226048" y="0"/>
                  </a:cubicBezTo>
                  <a:cubicBezTo>
                    <a:pt x="1246647" y="0"/>
                    <a:pt x="1268458" y="2540"/>
                    <a:pt x="1289057" y="2540"/>
                  </a:cubicBezTo>
                  <a:cubicBezTo>
                    <a:pt x="1346009" y="3810"/>
                    <a:pt x="1404171" y="5080"/>
                    <a:pt x="1461122" y="7620"/>
                  </a:cubicBezTo>
                  <a:cubicBezTo>
                    <a:pt x="1491416" y="8890"/>
                    <a:pt x="1521709" y="12700"/>
                    <a:pt x="1552002" y="16510"/>
                  </a:cubicBezTo>
                  <a:lnTo>
                    <a:pt x="1572731" y="16510"/>
                  </a:lnTo>
                  <a:cubicBezTo>
                    <a:pt x="1584161" y="17780"/>
                    <a:pt x="1593051" y="20320"/>
                    <a:pt x="1603211" y="21590"/>
                  </a:cubicBezTo>
                  <a:close/>
                  <a:moveTo>
                    <a:pt x="1613371" y="1137540"/>
                  </a:moveTo>
                  <a:cubicBezTo>
                    <a:pt x="1614641" y="1121030"/>
                    <a:pt x="1615911" y="1108330"/>
                    <a:pt x="1615911" y="1095630"/>
                  </a:cubicBezTo>
                  <a:cubicBezTo>
                    <a:pt x="1614641" y="1047841"/>
                    <a:pt x="1613371" y="1004006"/>
                    <a:pt x="1613371" y="956862"/>
                  </a:cubicBezTo>
                  <a:cubicBezTo>
                    <a:pt x="1613371" y="935358"/>
                    <a:pt x="1615911" y="913853"/>
                    <a:pt x="1614641" y="892349"/>
                  </a:cubicBezTo>
                  <a:cubicBezTo>
                    <a:pt x="1614641" y="872499"/>
                    <a:pt x="1613371" y="851822"/>
                    <a:pt x="1612101" y="831972"/>
                  </a:cubicBezTo>
                  <a:cubicBezTo>
                    <a:pt x="1607021" y="801370"/>
                    <a:pt x="1595591" y="167823"/>
                    <a:pt x="1595591" y="137221"/>
                  </a:cubicBezTo>
                  <a:cubicBezTo>
                    <a:pt x="1593051" y="111581"/>
                    <a:pt x="1590511" y="85114"/>
                    <a:pt x="1587971" y="59475"/>
                  </a:cubicBezTo>
                  <a:cubicBezTo>
                    <a:pt x="1586701" y="44450"/>
                    <a:pt x="1585431" y="43180"/>
                    <a:pt x="1568966" y="41910"/>
                  </a:cubicBezTo>
                  <a:cubicBezTo>
                    <a:pt x="1565331" y="41910"/>
                    <a:pt x="1562907" y="41910"/>
                    <a:pt x="1559272" y="40640"/>
                  </a:cubicBezTo>
                  <a:cubicBezTo>
                    <a:pt x="1528979" y="36830"/>
                    <a:pt x="1497474" y="31750"/>
                    <a:pt x="1467181" y="30480"/>
                  </a:cubicBezTo>
                  <a:cubicBezTo>
                    <a:pt x="1393266" y="26670"/>
                    <a:pt x="1318139" y="25400"/>
                    <a:pt x="1244223" y="22860"/>
                  </a:cubicBezTo>
                  <a:lnTo>
                    <a:pt x="1156979" y="22860"/>
                  </a:lnTo>
                  <a:cubicBezTo>
                    <a:pt x="1118204" y="22860"/>
                    <a:pt x="1079429" y="22860"/>
                    <a:pt x="1041865" y="24130"/>
                  </a:cubicBezTo>
                  <a:cubicBezTo>
                    <a:pt x="1009149" y="25400"/>
                    <a:pt x="457813" y="29210"/>
                    <a:pt x="425097" y="29210"/>
                  </a:cubicBezTo>
                  <a:cubicBezTo>
                    <a:pt x="371781" y="29210"/>
                    <a:pt x="318465" y="26670"/>
                    <a:pt x="265149" y="33020"/>
                  </a:cubicBezTo>
                  <a:cubicBezTo>
                    <a:pt x="237279" y="36830"/>
                    <a:pt x="210621" y="36830"/>
                    <a:pt x="183963" y="38100"/>
                  </a:cubicBezTo>
                  <a:cubicBezTo>
                    <a:pt x="137918" y="41910"/>
                    <a:pt x="91872" y="45720"/>
                    <a:pt x="45827" y="50800"/>
                  </a:cubicBezTo>
                  <a:cubicBezTo>
                    <a:pt x="33235" y="50800"/>
                    <a:pt x="30695" y="52858"/>
                    <a:pt x="29425" y="62783"/>
                  </a:cubicBezTo>
                  <a:cubicBezTo>
                    <a:pt x="28155" y="77671"/>
                    <a:pt x="28155" y="92558"/>
                    <a:pt x="26885" y="107446"/>
                  </a:cubicBezTo>
                  <a:cubicBezTo>
                    <a:pt x="25615" y="132258"/>
                    <a:pt x="23075" y="156244"/>
                    <a:pt x="21805" y="181056"/>
                  </a:cubicBezTo>
                  <a:cubicBezTo>
                    <a:pt x="16725" y="207523"/>
                    <a:pt x="23075" y="854303"/>
                    <a:pt x="25615" y="880770"/>
                  </a:cubicBezTo>
                  <a:cubicBezTo>
                    <a:pt x="25615" y="908891"/>
                    <a:pt x="25615" y="937839"/>
                    <a:pt x="26885" y="965960"/>
                  </a:cubicBezTo>
                  <a:cubicBezTo>
                    <a:pt x="26885" y="986637"/>
                    <a:pt x="29425" y="1007314"/>
                    <a:pt x="29425" y="1027991"/>
                  </a:cubicBezTo>
                  <a:cubicBezTo>
                    <a:pt x="29425" y="1050322"/>
                    <a:pt x="29425" y="1072654"/>
                    <a:pt x="28155" y="1095630"/>
                  </a:cubicBezTo>
                  <a:lnTo>
                    <a:pt x="28155" y="1105790"/>
                  </a:lnTo>
                  <a:cubicBezTo>
                    <a:pt x="28155" y="1115950"/>
                    <a:pt x="31965" y="1119760"/>
                    <a:pt x="40855" y="1119760"/>
                  </a:cubicBezTo>
                  <a:cubicBezTo>
                    <a:pt x="56732" y="1119760"/>
                    <a:pt x="73696" y="1121030"/>
                    <a:pt x="89449" y="1121030"/>
                  </a:cubicBezTo>
                  <a:cubicBezTo>
                    <a:pt x="112471" y="1121030"/>
                    <a:pt x="136706" y="1118490"/>
                    <a:pt x="159729" y="1121030"/>
                  </a:cubicBezTo>
                  <a:cubicBezTo>
                    <a:pt x="197292" y="1124840"/>
                    <a:pt x="234856" y="1127380"/>
                    <a:pt x="272419" y="1126110"/>
                  </a:cubicBezTo>
                  <a:cubicBezTo>
                    <a:pt x="296654" y="1124840"/>
                    <a:pt x="319677" y="1127380"/>
                    <a:pt x="343911" y="1127380"/>
                  </a:cubicBezTo>
                  <a:cubicBezTo>
                    <a:pt x="379051" y="1127380"/>
                    <a:pt x="414191" y="1126110"/>
                    <a:pt x="449331" y="1127380"/>
                  </a:cubicBezTo>
                  <a:cubicBezTo>
                    <a:pt x="501436" y="1128650"/>
                    <a:pt x="1073370" y="1118490"/>
                    <a:pt x="1126686" y="1121030"/>
                  </a:cubicBezTo>
                  <a:cubicBezTo>
                    <a:pt x="1149709" y="1122300"/>
                    <a:pt x="1172732" y="1123570"/>
                    <a:pt x="1194543" y="1123570"/>
                  </a:cubicBezTo>
                  <a:cubicBezTo>
                    <a:pt x="1234530" y="1126110"/>
                    <a:pt x="1273305" y="1122300"/>
                    <a:pt x="1313292" y="1126110"/>
                  </a:cubicBezTo>
                  <a:cubicBezTo>
                    <a:pt x="1346009" y="1128650"/>
                    <a:pt x="1378725" y="1128650"/>
                    <a:pt x="1411442" y="1131190"/>
                  </a:cubicBezTo>
                  <a:cubicBezTo>
                    <a:pt x="1459911" y="1135000"/>
                    <a:pt x="1508380" y="1137540"/>
                    <a:pt x="1556849" y="1138810"/>
                  </a:cubicBezTo>
                  <a:cubicBezTo>
                    <a:pt x="1575271" y="1138810"/>
                    <a:pt x="1593051" y="1137540"/>
                    <a:pt x="1613371" y="113754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17842" name="Group 137">
            <a:extLst>
              <a:ext uri="{FF2B5EF4-FFF2-40B4-BE49-F238E27FC236}">
                <a16:creationId xmlns:a16="http://schemas.microsoft.com/office/drawing/2014/main" id="{F2AC3553-47F3-18F2-7CFC-3906CBA6C054}"/>
              </a:ext>
            </a:extLst>
          </p:cNvPr>
          <p:cNvGrpSpPr/>
          <p:nvPr/>
        </p:nvGrpSpPr>
        <p:grpSpPr>
          <a:xfrm>
            <a:off x="1733639" y="3718250"/>
            <a:ext cx="1418846" cy="462047"/>
            <a:chOff x="0" y="0"/>
            <a:chExt cx="2837692" cy="924094"/>
          </a:xfrm>
        </p:grpSpPr>
        <p:sp>
          <p:nvSpPr>
            <p:cNvPr id="17843" name="Freeform 138">
              <a:extLst>
                <a:ext uri="{FF2B5EF4-FFF2-40B4-BE49-F238E27FC236}">
                  <a16:creationId xmlns:a16="http://schemas.microsoft.com/office/drawing/2014/main" id="{5CB42F74-87CD-DD7F-3A3B-17E2047901FF}"/>
                </a:ext>
              </a:extLst>
            </p:cNvPr>
            <p:cNvSpPr/>
            <p:nvPr/>
          </p:nvSpPr>
          <p:spPr>
            <a:xfrm>
              <a:off x="1322954" y="58863"/>
              <a:ext cx="1514738" cy="865231"/>
            </a:xfrm>
            <a:custGeom>
              <a:avLst/>
              <a:gdLst/>
              <a:ahLst/>
              <a:cxnLst/>
              <a:rect l="l" t="t" r="r" b="b"/>
              <a:pathLst>
                <a:path w="1514738" h="865231">
                  <a:moveTo>
                    <a:pt x="0" y="0"/>
                  </a:moveTo>
                  <a:lnTo>
                    <a:pt x="1514738" y="0"/>
                  </a:lnTo>
                  <a:lnTo>
                    <a:pt x="1514738" y="865231"/>
                  </a:lnTo>
                  <a:lnTo>
                    <a:pt x="0" y="8652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t="-65328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17844" name="Freeform 139">
              <a:extLst>
                <a:ext uri="{FF2B5EF4-FFF2-40B4-BE49-F238E27FC236}">
                  <a16:creationId xmlns:a16="http://schemas.microsoft.com/office/drawing/2014/main" id="{6B25EC41-9C5B-3AE1-3BCC-9CEB05B062D1}"/>
                </a:ext>
              </a:extLst>
            </p:cNvPr>
            <p:cNvSpPr/>
            <p:nvPr/>
          </p:nvSpPr>
          <p:spPr>
            <a:xfrm flipH="1">
              <a:off x="0" y="58863"/>
              <a:ext cx="1514738" cy="865231"/>
            </a:xfrm>
            <a:custGeom>
              <a:avLst/>
              <a:gdLst/>
              <a:ahLst/>
              <a:cxnLst/>
              <a:rect l="l" t="t" r="r" b="b"/>
              <a:pathLst>
                <a:path w="1514738" h="865231">
                  <a:moveTo>
                    <a:pt x="1514738" y="0"/>
                  </a:moveTo>
                  <a:lnTo>
                    <a:pt x="0" y="0"/>
                  </a:lnTo>
                  <a:lnTo>
                    <a:pt x="0" y="865231"/>
                  </a:lnTo>
                  <a:lnTo>
                    <a:pt x="1514738" y="865231"/>
                  </a:lnTo>
                  <a:lnTo>
                    <a:pt x="1514738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t="-65328"/>
              </a:stretch>
            </a:blipFill>
          </p:spPr>
          <p:txBody>
            <a:bodyPr/>
            <a:lstStyle/>
            <a:p>
              <a:endParaRPr lang="en-AU"/>
            </a:p>
          </p:txBody>
        </p:sp>
        <p:grpSp>
          <p:nvGrpSpPr>
            <p:cNvPr id="17845" name="Group 140">
              <a:extLst>
                <a:ext uri="{FF2B5EF4-FFF2-40B4-BE49-F238E27FC236}">
                  <a16:creationId xmlns:a16="http://schemas.microsoft.com/office/drawing/2014/main" id="{C7C2A16D-6BA0-C8F9-E7F9-C83A718DD004}"/>
                </a:ext>
              </a:extLst>
            </p:cNvPr>
            <p:cNvGrpSpPr/>
            <p:nvPr/>
          </p:nvGrpSpPr>
          <p:grpSpPr>
            <a:xfrm rot="-10800000">
              <a:off x="1237356" y="0"/>
              <a:ext cx="344195" cy="330975"/>
              <a:chOff x="0" y="0"/>
              <a:chExt cx="600932" cy="577850"/>
            </a:xfrm>
          </p:grpSpPr>
          <p:sp>
            <p:nvSpPr>
              <p:cNvPr id="17846" name="Freeform 141">
                <a:extLst>
                  <a:ext uri="{FF2B5EF4-FFF2-40B4-BE49-F238E27FC236}">
                    <a16:creationId xmlns:a16="http://schemas.microsoft.com/office/drawing/2014/main" id="{87E423BE-2977-435A-0CCC-CBED7CD10F55}"/>
                  </a:ext>
                </a:extLst>
              </p:cNvPr>
              <p:cNvSpPr/>
              <p:nvPr/>
            </p:nvSpPr>
            <p:spPr>
              <a:xfrm>
                <a:off x="39280" y="50482"/>
                <a:ext cx="522440" cy="475418"/>
              </a:xfrm>
              <a:custGeom>
                <a:avLst/>
                <a:gdLst/>
                <a:ahLst/>
                <a:cxnLst/>
                <a:rect l="l" t="t" r="r" b="b"/>
                <a:pathLst>
                  <a:path w="522440" h="475418">
                    <a:moveTo>
                      <a:pt x="37560" y="72708"/>
                    </a:moveTo>
                    <a:cubicBezTo>
                      <a:pt x="162672" y="302578"/>
                      <a:pt x="267097" y="419418"/>
                      <a:pt x="262171" y="433388"/>
                    </a:cubicBezTo>
                    <a:cubicBezTo>
                      <a:pt x="260201" y="438468"/>
                      <a:pt x="243453" y="438468"/>
                      <a:pt x="240498" y="432118"/>
                    </a:cubicBezTo>
                    <a:cubicBezTo>
                      <a:pt x="233602" y="413068"/>
                      <a:pt x="312413" y="279718"/>
                      <a:pt x="354773" y="208598"/>
                    </a:cubicBezTo>
                    <a:cubicBezTo>
                      <a:pt x="396149" y="138748"/>
                      <a:pt x="464123" y="29528"/>
                      <a:pt x="489737" y="7938"/>
                    </a:cubicBezTo>
                    <a:cubicBezTo>
                      <a:pt x="497618" y="1588"/>
                      <a:pt x="501558" y="-952"/>
                      <a:pt x="507469" y="318"/>
                    </a:cubicBezTo>
                    <a:cubicBezTo>
                      <a:pt x="512395" y="1588"/>
                      <a:pt x="520276" y="9208"/>
                      <a:pt x="521261" y="15558"/>
                    </a:cubicBezTo>
                    <a:cubicBezTo>
                      <a:pt x="523231" y="23178"/>
                      <a:pt x="520276" y="39688"/>
                      <a:pt x="516335" y="44768"/>
                    </a:cubicBezTo>
                    <a:cubicBezTo>
                      <a:pt x="511410" y="49848"/>
                      <a:pt x="502544" y="52388"/>
                      <a:pt x="497618" y="49848"/>
                    </a:cubicBezTo>
                    <a:cubicBezTo>
                      <a:pt x="492692" y="47308"/>
                      <a:pt x="485796" y="39688"/>
                      <a:pt x="484811" y="33338"/>
                    </a:cubicBezTo>
                    <a:cubicBezTo>
                      <a:pt x="482841" y="25718"/>
                      <a:pt x="483826" y="14288"/>
                      <a:pt x="487767" y="9208"/>
                    </a:cubicBezTo>
                    <a:cubicBezTo>
                      <a:pt x="492692" y="4128"/>
                      <a:pt x="511410" y="1588"/>
                      <a:pt x="516335" y="6668"/>
                    </a:cubicBezTo>
                    <a:cubicBezTo>
                      <a:pt x="521261" y="11748"/>
                      <a:pt x="524216" y="23178"/>
                      <a:pt x="521261" y="37148"/>
                    </a:cubicBezTo>
                    <a:cubicBezTo>
                      <a:pt x="512395" y="81598"/>
                      <a:pt x="399104" y="212408"/>
                      <a:pt x="354773" y="289878"/>
                    </a:cubicBezTo>
                    <a:cubicBezTo>
                      <a:pt x="321279" y="349568"/>
                      <a:pt x="292710" y="428308"/>
                      <a:pt x="273007" y="456248"/>
                    </a:cubicBezTo>
                    <a:cubicBezTo>
                      <a:pt x="265126" y="467678"/>
                      <a:pt x="263156" y="476568"/>
                      <a:pt x="253305" y="475298"/>
                    </a:cubicBezTo>
                    <a:cubicBezTo>
                      <a:pt x="226706" y="474028"/>
                      <a:pt x="146910" y="349568"/>
                      <a:pt x="107505" y="293688"/>
                    </a:cubicBezTo>
                    <a:cubicBezTo>
                      <a:pt x="77951" y="250508"/>
                      <a:pt x="54308" y="209868"/>
                      <a:pt x="35590" y="171768"/>
                    </a:cubicBezTo>
                    <a:cubicBezTo>
                      <a:pt x="19828" y="140018"/>
                      <a:pt x="-1845" y="101918"/>
                      <a:pt x="125" y="82868"/>
                    </a:cubicBezTo>
                    <a:cubicBezTo>
                      <a:pt x="125" y="71438"/>
                      <a:pt x="7021" y="61278"/>
                      <a:pt x="12932" y="58738"/>
                    </a:cubicBezTo>
                    <a:cubicBezTo>
                      <a:pt x="18843" y="57468"/>
                      <a:pt x="37560" y="72708"/>
                      <a:pt x="37560" y="72708"/>
                    </a:cubicBezTo>
                  </a:path>
                </a:pathLst>
              </a:custGeom>
              <a:solidFill>
                <a:srgbClr val="000000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AU"/>
              </a:p>
            </p:txBody>
          </p:sp>
        </p:grpSp>
      </p:grpSp>
      <p:grpSp>
        <p:nvGrpSpPr>
          <p:cNvPr id="17847" name="Group 142">
            <a:extLst>
              <a:ext uri="{FF2B5EF4-FFF2-40B4-BE49-F238E27FC236}">
                <a16:creationId xmlns:a16="http://schemas.microsoft.com/office/drawing/2014/main" id="{B1520A99-B168-526F-D1F8-E7191D1EAAD9}"/>
              </a:ext>
            </a:extLst>
          </p:cNvPr>
          <p:cNvGrpSpPr/>
          <p:nvPr/>
        </p:nvGrpSpPr>
        <p:grpSpPr>
          <a:xfrm>
            <a:off x="5350920" y="3718250"/>
            <a:ext cx="1418846" cy="462047"/>
            <a:chOff x="0" y="0"/>
            <a:chExt cx="2837692" cy="924094"/>
          </a:xfrm>
        </p:grpSpPr>
        <p:sp>
          <p:nvSpPr>
            <p:cNvPr id="17848" name="Freeform 143">
              <a:extLst>
                <a:ext uri="{FF2B5EF4-FFF2-40B4-BE49-F238E27FC236}">
                  <a16:creationId xmlns:a16="http://schemas.microsoft.com/office/drawing/2014/main" id="{BAE8804F-2637-BDBA-3B17-3AEB04F9B04B}"/>
                </a:ext>
              </a:extLst>
            </p:cNvPr>
            <p:cNvSpPr/>
            <p:nvPr/>
          </p:nvSpPr>
          <p:spPr>
            <a:xfrm>
              <a:off x="1322954" y="58863"/>
              <a:ext cx="1514738" cy="865231"/>
            </a:xfrm>
            <a:custGeom>
              <a:avLst/>
              <a:gdLst/>
              <a:ahLst/>
              <a:cxnLst/>
              <a:rect l="l" t="t" r="r" b="b"/>
              <a:pathLst>
                <a:path w="1514738" h="865231">
                  <a:moveTo>
                    <a:pt x="0" y="0"/>
                  </a:moveTo>
                  <a:lnTo>
                    <a:pt x="1514738" y="0"/>
                  </a:lnTo>
                  <a:lnTo>
                    <a:pt x="1514738" y="865231"/>
                  </a:lnTo>
                  <a:lnTo>
                    <a:pt x="0" y="8652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t="-65328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17849" name="Freeform 144">
              <a:extLst>
                <a:ext uri="{FF2B5EF4-FFF2-40B4-BE49-F238E27FC236}">
                  <a16:creationId xmlns:a16="http://schemas.microsoft.com/office/drawing/2014/main" id="{6DE4D1A1-AE90-EFF7-313C-DEA0CF0A22B0}"/>
                </a:ext>
              </a:extLst>
            </p:cNvPr>
            <p:cNvSpPr/>
            <p:nvPr/>
          </p:nvSpPr>
          <p:spPr>
            <a:xfrm flipH="1">
              <a:off x="0" y="58863"/>
              <a:ext cx="1514738" cy="865231"/>
            </a:xfrm>
            <a:custGeom>
              <a:avLst/>
              <a:gdLst/>
              <a:ahLst/>
              <a:cxnLst/>
              <a:rect l="l" t="t" r="r" b="b"/>
              <a:pathLst>
                <a:path w="1514738" h="865231">
                  <a:moveTo>
                    <a:pt x="1514738" y="0"/>
                  </a:moveTo>
                  <a:lnTo>
                    <a:pt x="0" y="0"/>
                  </a:lnTo>
                  <a:lnTo>
                    <a:pt x="0" y="865231"/>
                  </a:lnTo>
                  <a:lnTo>
                    <a:pt x="1514738" y="865231"/>
                  </a:lnTo>
                  <a:lnTo>
                    <a:pt x="1514738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t="-65328"/>
              </a:stretch>
            </a:blipFill>
          </p:spPr>
          <p:txBody>
            <a:bodyPr/>
            <a:lstStyle/>
            <a:p>
              <a:endParaRPr lang="en-AU"/>
            </a:p>
          </p:txBody>
        </p:sp>
        <p:grpSp>
          <p:nvGrpSpPr>
            <p:cNvPr id="17850" name="Group 145">
              <a:extLst>
                <a:ext uri="{FF2B5EF4-FFF2-40B4-BE49-F238E27FC236}">
                  <a16:creationId xmlns:a16="http://schemas.microsoft.com/office/drawing/2014/main" id="{52872532-8855-E531-664E-2AF4B5B22113}"/>
                </a:ext>
              </a:extLst>
            </p:cNvPr>
            <p:cNvGrpSpPr/>
            <p:nvPr/>
          </p:nvGrpSpPr>
          <p:grpSpPr>
            <a:xfrm rot="-10800000">
              <a:off x="1237356" y="0"/>
              <a:ext cx="344195" cy="330975"/>
              <a:chOff x="0" y="0"/>
              <a:chExt cx="600932" cy="577850"/>
            </a:xfrm>
          </p:grpSpPr>
          <p:sp>
            <p:nvSpPr>
              <p:cNvPr id="17851" name="Freeform 146">
                <a:extLst>
                  <a:ext uri="{FF2B5EF4-FFF2-40B4-BE49-F238E27FC236}">
                    <a16:creationId xmlns:a16="http://schemas.microsoft.com/office/drawing/2014/main" id="{3825D15C-5DB6-F198-4677-5BC0FA522F43}"/>
                  </a:ext>
                </a:extLst>
              </p:cNvPr>
              <p:cNvSpPr/>
              <p:nvPr/>
            </p:nvSpPr>
            <p:spPr>
              <a:xfrm>
                <a:off x="39280" y="50482"/>
                <a:ext cx="522440" cy="475418"/>
              </a:xfrm>
              <a:custGeom>
                <a:avLst/>
                <a:gdLst/>
                <a:ahLst/>
                <a:cxnLst/>
                <a:rect l="l" t="t" r="r" b="b"/>
                <a:pathLst>
                  <a:path w="522440" h="475418">
                    <a:moveTo>
                      <a:pt x="37560" y="72708"/>
                    </a:moveTo>
                    <a:cubicBezTo>
                      <a:pt x="162672" y="302578"/>
                      <a:pt x="267097" y="419418"/>
                      <a:pt x="262171" y="433388"/>
                    </a:cubicBezTo>
                    <a:cubicBezTo>
                      <a:pt x="260201" y="438468"/>
                      <a:pt x="243453" y="438468"/>
                      <a:pt x="240498" y="432118"/>
                    </a:cubicBezTo>
                    <a:cubicBezTo>
                      <a:pt x="233602" y="413068"/>
                      <a:pt x="312413" y="279718"/>
                      <a:pt x="354773" y="208598"/>
                    </a:cubicBezTo>
                    <a:cubicBezTo>
                      <a:pt x="396149" y="138748"/>
                      <a:pt x="464123" y="29528"/>
                      <a:pt x="489737" y="7938"/>
                    </a:cubicBezTo>
                    <a:cubicBezTo>
                      <a:pt x="497618" y="1588"/>
                      <a:pt x="501558" y="-952"/>
                      <a:pt x="507469" y="318"/>
                    </a:cubicBezTo>
                    <a:cubicBezTo>
                      <a:pt x="512395" y="1588"/>
                      <a:pt x="520276" y="9208"/>
                      <a:pt x="521261" y="15558"/>
                    </a:cubicBezTo>
                    <a:cubicBezTo>
                      <a:pt x="523231" y="23178"/>
                      <a:pt x="520276" y="39688"/>
                      <a:pt x="516335" y="44768"/>
                    </a:cubicBezTo>
                    <a:cubicBezTo>
                      <a:pt x="511410" y="49848"/>
                      <a:pt x="502544" y="52388"/>
                      <a:pt x="497618" y="49848"/>
                    </a:cubicBezTo>
                    <a:cubicBezTo>
                      <a:pt x="492692" y="47308"/>
                      <a:pt x="485796" y="39688"/>
                      <a:pt x="484811" y="33338"/>
                    </a:cubicBezTo>
                    <a:cubicBezTo>
                      <a:pt x="482841" y="25718"/>
                      <a:pt x="483826" y="14288"/>
                      <a:pt x="487767" y="9208"/>
                    </a:cubicBezTo>
                    <a:cubicBezTo>
                      <a:pt x="492692" y="4128"/>
                      <a:pt x="511410" y="1588"/>
                      <a:pt x="516335" y="6668"/>
                    </a:cubicBezTo>
                    <a:cubicBezTo>
                      <a:pt x="521261" y="11748"/>
                      <a:pt x="524216" y="23178"/>
                      <a:pt x="521261" y="37148"/>
                    </a:cubicBezTo>
                    <a:cubicBezTo>
                      <a:pt x="512395" y="81598"/>
                      <a:pt x="399104" y="212408"/>
                      <a:pt x="354773" y="289878"/>
                    </a:cubicBezTo>
                    <a:cubicBezTo>
                      <a:pt x="321279" y="349568"/>
                      <a:pt x="292710" y="428308"/>
                      <a:pt x="273007" y="456248"/>
                    </a:cubicBezTo>
                    <a:cubicBezTo>
                      <a:pt x="265126" y="467678"/>
                      <a:pt x="263156" y="476568"/>
                      <a:pt x="253305" y="475298"/>
                    </a:cubicBezTo>
                    <a:cubicBezTo>
                      <a:pt x="226706" y="474028"/>
                      <a:pt x="146910" y="349568"/>
                      <a:pt x="107505" y="293688"/>
                    </a:cubicBezTo>
                    <a:cubicBezTo>
                      <a:pt x="77951" y="250508"/>
                      <a:pt x="54308" y="209868"/>
                      <a:pt x="35590" y="171768"/>
                    </a:cubicBezTo>
                    <a:cubicBezTo>
                      <a:pt x="19828" y="140018"/>
                      <a:pt x="-1845" y="101918"/>
                      <a:pt x="125" y="82868"/>
                    </a:cubicBezTo>
                    <a:cubicBezTo>
                      <a:pt x="125" y="71438"/>
                      <a:pt x="7021" y="61278"/>
                      <a:pt x="12932" y="58738"/>
                    </a:cubicBezTo>
                    <a:cubicBezTo>
                      <a:pt x="18843" y="57468"/>
                      <a:pt x="37560" y="72708"/>
                      <a:pt x="37560" y="72708"/>
                    </a:cubicBezTo>
                  </a:path>
                </a:pathLst>
              </a:custGeom>
              <a:solidFill>
                <a:srgbClr val="000000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AU"/>
              </a:p>
            </p:txBody>
          </p:sp>
        </p:grpSp>
      </p:grpSp>
      <p:grpSp>
        <p:nvGrpSpPr>
          <p:cNvPr id="17852" name="Group 147">
            <a:extLst>
              <a:ext uri="{FF2B5EF4-FFF2-40B4-BE49-F238E27FC236}">
                <a16:creationId xmlns:a16="http://schemas.microsoft.com/office/drawing/2014/main" id="{729625A4-4528-CEA4-F789-7C04969A3407}"/>
              </a:ext>
            </a:extLst>
          </p:cNvPr>
          <p:cNvGrpSpPr/>
          <p:nvPr/>
        </p:nvGrpSpPr>
        <p:grpSpPr>
          <a:xfrm>
            <a:off x="8971891" y="3718250"/>
            <a:ext cx="1418846" cy="462047"/>
            <a:chOff x="0" y="0"/>
            <a:chExt cx="2837692" cy="924094"/>
          </a:xfrm>
        </p:grpSpPr>
        <p:sp>
          <p:nvSpPr>
            <p:cNvPr id="17853" name="Freeform 148">
              <a:extLst>
                <a:ext uri="{FF2B5EF4-FFF2-40B4-BE49-F238E27FC236}">
                  <a16:creationId xmlns:a16="http://schemas.microsoft.com/office/drawing/2014/main" id="{00DD05C4-4802-FA20-D219-FAFEAD1D1B6B}"/>
                </a:ext>
              </a:extLst>
            </p:cNvPr>
            <p:cNvSpPr/>
            <p:nvPr/>
          </p:nvSpPr>
          <p:spPr>
            <a:xfrm>
              <a:off x="1322954" y="58863"/>
              <a:ext cx="1514738" cy="865231"/>
            </a:xfrm>
            <a:custGeom>
              <a:avLst/>
              <a:gdLst/>
              <a:ahLst/>
              <a:cxnLst/>
              <a:rect l="l" t="t" r="r" b="b"/>
              <a:pathLst>
                <a:path w="1514738" h="865231">
                  <a:moveTo>
                    <a:pt x="0" y="0"/>
                  </a:moveTo>
                  <a:lnTo>
                    <a:pt x="1514738" y="0"/>
                  </a:lnTo>
                  <a:lnTo>
                    <a:pt x="1514738" y="865231"/>
                  </a:lnTo>
                  <a:lnTo>
                    <a:pt x="0" y="8652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t="-65328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17854" name="Freeform 149">
              <a:extLst>
                <a:ext uri="{FF2B5EF4-FFF2-40B4-BE49-F238E27FC236}">
                  <a16:creationId xmlns:a16="http://schemas.microsoft.com/office/drawing/2014/main" id="{D16CD52B-4160-166A-C3EE-BB8CC5E4937F}"/>
                </a:ext>
              </a:extLst>
            </p:cNvPr>
            <p:cNvSpPr/>
            <p:nvPr/>
          </p:nvSpPr>
          <p:spPr>
            <a:xfrm flipH="1">
              <a:off x="0" y="58863"/>
              <a:ext cx="1514738" cy="865231"/>
            </a:xfrm>
            <a:custGeom>
              <a:avLst/>
              <a:gdLst/>
              <a:ahLst/>
              <a:cxnLst/>
              <a:rect l="l" t="t" r="r" b="b"/>
              <a:pathLst>
                <a:path w="1514738" h="865231">
                  <a:moveTo>
                    <a:pt x="1514738" y="0"/>
                  </a:moveTo>
                  <a:lnTo>
                    <a:pt x="0" y="0"/>
                  </a:lnTo>
                  <a:lnTo>
                    <a:pt x="0" y="865231"/>
                  </a:lnTo>
                  <a:lnTo>
                    <a:pt x="1514738" y="865231"/>
                  </a:lnTo>
                  <a:lnTo>
                    <a:pt x="1514738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t="-65328"/>
              </a:stretch>
            </a:blipFill>
          </p:spPr>
          <p:txBody>
            <a:bodyPr/>
            <a:lstStyle/>
            <a:p>
              <a:endParaRPr lang="en-AU"/>
            </a:p>
          </p:txBody>
        </p:sp>
        <p:grpSp>
          <p:nvGrpSpPr>
            <p:cNvPr id="17855" name="Group 150">
              <a:extLst>
                <a:ext uri="{FF2B5EF4-FFF2-40B4-BE49-F238E27FC236}">
                  <a16:creationId xmlns:a16="http://schemas.microsoft.com/office/drawing/2014/main" id="{23CEF9A0-5240-D06F-1AE9-8D2CD5DFEC16}"/>
                </a:ext>
              </a:extLst>
            </p:cNvPr>
            <p:cNvGrpSpPr/>
            <p:nvPr/>
          </p:nvGrpSpPr>
          <p:grpSpPr>
            <a:xfrm rot="-10800000">
              <a:off x="1237356" y="0"/>
              <a:ext cx="344195" cy="330975"/>
              <a:chOff x="0" y="0"/>
              <a:chExt cx="600932" cy="577850"/>
            </a:xfrm>
          </p:grpSpPr>
          <p:sp>
            <p:nvSpPr>
              <p:cNvPr id="17856" name="Freeform 151">
                <a:extLst>
                  <a:ext uri="{FF2B5EF4-FFF2-40B4-BE49-F238E27FC236}">
                    <a16:creationId xmlns:a16="http://schemas.microsoft.com/office/drawing/2014/main" id="{6185777B-94AD-74BD-6E30-1C3F5DA0EB88}"/>
                  </a:ext>
                </a:extLst>
              </p:cNvPr>
              <p:cNvSpPr/>
              <p:nvPr/>
            </p:nvSpPr>
            <p:spPr>
              <a:xfrm>
                <a:off x="39280" y="50482"/>
                <a:ext cx="522440" cy="475418"/>
              </a:xfrm>
              <a:custGeom>
                <a:avLst/>
                <a:gdLst/>
                <a:ahLst/>
                <a:cxnLst/>
                <a:rect l="l" t="t" r="r" b="b"/>
                <a:pathLst>
                  <a:path w="522440" h="475418">
                    <a:moveTo>
                      <a:pt x="37560" y="72708"/>
                    </a:moveTo>
                    <a:cubicBezTo>
                      <a:pt x="162672" y="302578"/>
                      <a:pt x="267097" y="419418"/>
                      <a:pt x="262171" y="433388"/>
                    </a:cubicBezTo>
                    <a:cubicBezTo>
                      <a:pt x="260201" y="438468"/>
                      <a:pt x="243453" y="438468"/>
                      <a:pt x="240498" y="432118"/>
                    </a:cubicBezTo>
                    <a:cubicBezTo>
                      <a:pt x="233602" y="413068"/>
                      <a:pt x="312413" y="279718"/>
                      <a:pt x="354773" y="208598"/>
                    </a:cubicBezTo>
                    <a:cubicBezTo>
                      <a:pt x="396149" y="138748"/>
                      <a:pt x="464123" y="29528"/>
                      <a:pt x="489737" y="7938"/>
                    </a:cubicBezTo>
                    <a:cubicBezTo>
                      <a:pt x="497618" y="1588"/>
                      <a:pt x="501558" y="-952"/>
                      <a:pt x="507469" y="318"/>
                    </a:cubicBezTo>
                    <a:cubicBezTo>
                      <a:pt x="512395" y="1588"/>
                      <a:pt x="520276" y="9208"/>
                      <a:pt x="521261" y="15558"/>
                    </a:cubicBezTo>
                    <a:cubicBezTo>
                      <a:pt x="523231" y="23178"/>
                      <a:pt x="520276" y="39688"/>
                      <a:pt x="516335" y="44768"/>
                    </a:cubicBezTo>
                    <a:cubicBezTo>
                      <a:pt x="511410" y="49848"/>
                      <a:pt x="502544" y="52388"/>
                      <a:pt x="497618" y="49848"/>
                    </a:cubicBezTo>
                    <a:cubicBezTo>
                      <a:pt x="492692" y="47308"/>
                      <a:pt x="485796" y="39688"/>
                      <a:pt x="484811" y="33338"/>
                    </a:cubicBezTo>
                    <a:cubicBezTo>
                      <a:pt x="482841" y="25718"/>
                      <a:pt x="483826" y="14288"/>
                      <a:pt x="487767" y="9208"/>
                    </a:cubicBezTo>
                    <a:cubicBezTo>
                      <a:pt x="492692" y="4128"/>
                      <a:pt x="511410" y="1588"/>
                      <a:pt x="516335" y="6668"/>
                    </a:cubicBezTo>
                    <a:cubicBezTo>
                      <a:pt x="521261" y="11748"/>
                      <a:pt x="524216" y="23178"/>
                      <a:pt x="521261" y="37148"/>
                    </a:cubicBezTo>
                    <a:cubicBezTo>
                      <a:pt x="512395" y="81598"/>
                      <a:pt x="399104" y="212408"/>
                      <a:pt x="354773" y="289878"/>
                    </a:cubicBezTo>
                    <a:cubicBezTo>
                      <a:pt x="321279" y="349568"/>
                      <a:pt x="292710" y="428308"/>
                      <a:pt x="273007" y="456248"/>
                    </a:cubicBezTo>
                    <a:cubicBezTo>
                      <a:pt x="265126" y="467678"/>
                      <a:pt x="263156" y="476568"/>
                      <a:pt x="253305" y="475298"/>
                    </a:cubicBezTo>
                    <a:cubicBezTo>
                      <a:pt x="226706" y="474028"/>
                      <a:pt x="146910" y="349568"/>
                      <a:pt x="107505" y="293688"/>
                    </a:cubicBezTo>
                    <a:cubicBezTo>
                      <a:pt x="77951" y="250508"/>
                      <a:pt x="54308" y="209868"/>
                      <a:pt x="35590" y="171768"/>
                    </a:cubicBezTo>
                    <a:cubicBezTo>
                      <a:pt x="19828" y="140018"/>
                      <a:pt x="-1845" y="101918"/>
                      <a:pt x="125" y="82868"/>
                    </a:cubicBezTo>
                    <a:cubicBezTo>
                      <a:pt x="125" y="71438"/>
                      <a:pt x="7021" y="61278"/>
                      <a:pt x="12932" y="58738"/>
                    </a:cubicBezTo>
                    <a:cubicBezTo>
                      <a:pt x="18843" y="57468"/>
                      <a:pt x="37560" y="72708"/>
                      <a:pt x="37560" y="72708"/>
                    </a:cubicBezTo>
                  </a:path>
                </a:pathLst>
              </a:custGeom>
              <a:solidFill>
                <a:srgbClr val="000000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AU"/>
              </a:p>
            </p:txBody>
          </p:sp>
        </p:grpSp>
      </p:grpSp>
      <p:sp>
        <p:nvSpPr>
          <p:cNvPr id="17857" name="TextBox 152">
            <a:extLst>
              <a:ext uri="{FF2B5EF4-FFF2-40B4-BE49-F238E27FC236}">
                <a16:creationId xmlns:a16="http://schemas.microsoft.com/office/drawing/2014/main" id="{DFF1B77D-3844-55E9-C385-1298D4963A0F}"/>
              </a:ext>
            </a:extLst>
          </p:cNvPr>
          <p:cNvSpPr txBox="1"/>
          <p:nvPr/>
        </p:nvSpPr>
        <p:spPr>
          <a:xfrm>
            <a:off x="2347633" y="1573790"/>
            <a:ext cx="212410" cy="2693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57"/>
              </a:lnSpc>
            </a:pPr>
            <a:r>
              <a:rPr lang="en-US" sz="2099" spc="105">
                <a:solidFill>
                  <a:srgbClr val="000000"/>
                </a:solidFill>
                <a:latin typeface="Handy Casual"/>
                <a:ea typeface="Handy Casual"/>
                <a:cs typeface="Handy Casual"/>
                <a:sym typeface="Handy Casual"/>
              </a:rPr>
              <a:t>1</a:t>
            </a:r>
          </a:p>
        </p:txBody>
      </p:sp>
      <p:sp>
        <p:nvSpPr>
          <p:cNvPr id="17858" name="TextBox 153">
            <a:extLst>
              <a:ext uri="{FF2B5EF4-FFF2-40B4-BE49-F238E27FC236}">
                <a16:creationId xmlns:a16="http://schemas.microsoft.com/office/drawing/2014/main" id="{1638709A-3243-D66E-62C7-E260C9C91BD7}"/>
              </a:ext>
            </a:extLst>
          </p:cNvPr>
          <p:cNvSpPr txBox="1"/>
          <p:nvPr/>
        </p:nvSpPr>
        <p:spPr>
          <a:xfrm>
            <a:off x="5962479" y="1573790"/>
            <a:ext cx="212410" cy="2693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57"/>
              </a:lnSpc>
            </a:pPr>
            <a:r>
              <a:rPr lang="en-US" sz="2099" spc="105">
                <a:solidFill>
                  <a:srgbClr val="000000"/>
                </a:solidFill>
                <a:latin typeface="Handy Casual"/>
                <a:ea typeface="Handy Casual"/>
                <a:cs typeface="Handy Casual"/>
                <a:sym typeface="Handy Casual"/>
              </a:rPr>
              <a:t>2</a:t>
            </a:r>
          </a:p>
        </p:txBody>
      </p:sp>
      <p:sp>
        <p:nvSpPr>
          <p:cNvPr id="17859" name="TextBox 154">
            <a:extLst>
              <a:ext uri="{FF2B5EF4-FFF2-40B4-BE49-F238E27FC236}">
                <a16:creationId xmlns:a16="http://schemas.microsoft.com/office/drawing/2014/main" id="{D5A09C02-4DBF-863C-38BA-04A545F3D2D6}"/>
              </a:ext>
            </a:extLst>
          </p:cNvPr>
          <p:cNvSpPr txBox="1"/>
          <p:nvPr/>
        </p:nvSpPr>
        <p:spPr>
          <a:xfrm>
            <a:off x="9518995" y="1573790"/>
            <a:ext cx="212410" cy="2693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57"/>
              </a:lnSpc>
            </a:pPr>
            <a:r>
              <a:rPr lang="en-US" sz="2099" spc="105">
                <a:solidFill>
                  <a:srgbClr val="000000"/>
                </a:solidFill>
                <a:latin typeface="Handy Casual"/>
                <a:ea typeface="Handy Casual"/>
                <a:cs typeface="Handy Casual"/>
                <a:sym typeface="Handy Casual"/>
              </a:rPr>
              <a:t>3</a:t>
            </a:r>
          </a:p>
        </p:txBody>
      </p:sp>
      <p:sp>
        <p:nvSpPr>
          <p:cNvPr id="17860" name="TextBox 155">
            <a:extLst>
              <a:ext uri="{FF2B5EF4-FFF2-40B4-BE49-F238E27FC236}">
                <a16:creationId xmlns:a16="http://schemas.microsoft.com/office/drawing/2014/main" id="{17D50C13-E646-10B3-1046-561E71B9DF44}"/>
              </a:ext>
            </a:extLst>
          </p:cNvPr>
          <p:cNvSpPr txBox="1"/>
          <p:nvPr/>
        </p:nvSpPr>
        <p:spPr>
          <a:xfrm>
            <a:off x="4749330" y="2919258"/>
            <a:ext cx="2554683" cy="461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AU" sz="1000" dirty="0"/>
              <a:t>Mental-health monitoring involves sensitive data and AI predictions where reliability and user trust are critical.</a:t>
            </a:r>
            <a:endParaRPr lang="en-US" sz="986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861" name="TextBox 156">
            <a:extLst>
              <a:ext uri="{FF2B5EF4-FFF2-40B4-BE49-F238E27FC236}">
                <a16:creationId xmlns:a16="http://schemas.microsoft.com/office/drawing/2014/main" id="{1C0799ED-1267-275B-E466-5D18000F238C}"/>
              </a:ext>
            </a:extLst>
          </p:cNvPr>
          <p:cNvSpPr txBox="1"/>
          <p:nvPr/>
        </p:nvSpPr>
        <p:spPr>
          <a:xfrm>
            <a:off x="4755529" y="5548165"/>
            <a:ext cx="1394717" cy="18466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AU" sz="1200" b="1" dirty="0"/>
              <a:t>Limited Initial Data</a:t>
            </a:r>
            <a:endParaRPr lang="en-US" sz="1200" b="1" dirty="0">
              <a:solidFill>
                <a:srgbClr val="000000"/>
              </a:solidFill>
              <a:latin typeface="Handy Casual"/>
              <a:ea typeface="Handy Casual"/>
              <a:cs typeface="Handy Casual"/>
              <a:sym typeface="Handy Casual"/>
            </a:endParaRPr>
          </a:p>
        </p:txBody>
      </p:sp>
      <p:sp>
        <p:nvSpPr>
          <p:cNvPr id="17862" name="TextBox 157">
            <a:extLst>
              <a:ext uri="{FF2B5EF4-FFF2-40B4-BE49-F238E27FC236}">
                <a16:creationId xmlns:a16="http://schemas.microsoft.com/office/drawing/2014/main" id="{00E2AEC8-11A8-4B54-43B9-8B8A54272A74}"/>
              </a:ext>
            </a:extLst>
          </p:cNvPr>
          <p:cNvSpPr txBox="1"/>
          <p:nvPr/>
        </p:nvSpPr>
        <p:spPr>
          <a:xfrm>
            <a:off x="6498615" y="5515622"/>
            <a:ext cx="1135995" cy="18466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AU" sz="1200" b="1" dirty="0"/>
              <a:t>User Adoption</a:t>
            </a:r>
            <a:endParaRPr lang="en-US" sz="1200" b="1" dirty="0">
              <a:solidFill>
                <a:srgbClr val="000000"/>
              </a:solidFill>
              <a:latin typeface="Handy Casual"/>
              <a:ea typeface="Handy Casual"/>
              <a:cs typeface="Handy Casual"/>
              <a:sym typeface="Handy Casual"/>
            </a:endParaRPr>
          </a:p>
        </p:txBody>
      </p:sp>
      <p:sp>
        <p:nvSpPr>
          <p:cNvPr id="17864" name="TextBox 159">
            <a:extLst>
              <a:ext uri="{FF2B5EF4-FFF2-40B4-BE49-F238E27FC236}">
                <a16:creationId xmlns:a16="http://schemas.microsoft.com/office/drawing/2014/main" id="{1E229AA6-FAB5-96C6-02B8-6EF681AA5A8C}"/>
              </a:ext>
            </a:extLst>
          </p:cNvPr>
          <p:cNvSpPr txBox="1"/>
          <p:nvPr/>
        </p:nvSpPr>
        <p:spPr>
          <a:xfrm>
            <a:off x="306297" y="5477634"/>
            <a:ext cx="1236829" cy="1846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AU" sz="1200" b="1" dirty="0"/>
              <a:t>Low Cost</a:t>
            </a:r>
            <a:r>
              <a:rPr lang="en-AU" sz="1200" dirty="0"/>
              <a:t> </a:t>
            </a:r>
            <a:endParaRPr lang="en-US" sz="1195" dirty="0">
              <a:solidFill>
                <a:srgbClr val="000000"/>
              </a:solidFill>
              <a:latin typeface="Handy Casual"/>
              <a:ea typeface="Handy Casual"/>
              <a:cs typeface="Handy Casual"/>
              <a:sym typeface="Handy Casual"/>
            </a:endParaRPr>
          </a:p>
        </p:txBody>
      </p:sp>
      <p:sp>
        <p:nvSpPr>
          <p:cNvPr id="17865" name="TextBox 160">
            <a:extLst>
              <a:ext uri="{FF2B5EF4-FFF2-40B4-BE49-F238E27FC236}">
                <a16:creationId xmlns:a16="http://schemas.microsoft.com/office/drawing/2014/main" id="{0FD16F3A-218C-4747-C841-03420DA09B8C}"/>
              </a:ext>
            </a:extLst>
          </p:cNvPr>
          <p:cNvSpPr txBox="1"/>
          <p:nvPr/>
        </p:nvSpPr>
        <p:spPr>
          <a:xfrm>
            <a:off x="3043406" y="5502245"/>
            <a:ext cx="1236829" cy="1846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AU" sz="1200" b="1" dirty="0"/>
              <a:t>Easy Integration</a:t>
            </a:r>
            <a:endParaRPr lang="en-US" sz="1195" b="1" dirty="0">
              <a:solidFill>
                <a:srgbClr val="000000"/>
              </a:solidFill>
              <a:latin typeface="Handy Casual"/>
              <a:ea typeface="Handy Casual"/>
              <a:cs typeface="Handy Casual"/>
              <a:sym typeface="Handy Casual"/>
            </a:endParaRPr>
          </a:p>
        </p:txBody>
      </p:sp>
      <p:sp>
        <p:nvSpPr>
          <p:cNvPr id="17866" name="TextBox 161">
            <a:extLst>
              <a:ext uri="{FF2B5EF4-FFF2-40B4-BE49-F238E27FC236}">
                <a16:creationId xmlns:a16="http://schemas.microsoft.com/office/drawing/2014/main" id="{57516AE4-3EA2-CC9E-A5CD-313F85F24657}"/>
              </a:ext>
            </a:extLst>
          </p:cNvPr>
          <p:cNvSpPr txBox="1"/>
          <p:nvPr/>
        </p:nvSpPr>
        <p:spPr>
          <a:xfrm>
            <a:off x="8155934" y="5514401"/>
            <a:ext cx="1515420" cy="19845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672"/>
              </a:lnSpc>
            </a:pPr>
            <a:r>
              <a:rPr lang="en-US" sz="1195" b="1" dirty="0">
                <a:solidFill>
                  <a:srgbClr val="000000"/>
                </a:solidFill>
                <a:latin typeface="Handy Casual"/>
                <a:ea typeface="Handy Casual"/>
                <a:cs typeface="Handy Casual"/>
                <a:sym typeface="Handy Casual"/>
              </a:rPr>
              <a:t>Personal Baseline</a:t>
            </a:r>
          </a:p>
        </p:txBody>
      </p:sp>
      <p:sp>
        <p:nvSpPr>
          <p:cNvPr id="17868" name="TextBox 163">
            <a:extLst>
              <a:ext uri="{FF2B5EF4-FFF2-40B4-BE49-F238E27FC236}">
                <a16:creationId xmlns:a16="http://schemas.microsoft.com/office/drawing/2014/main" id="{5B90998C-A943-711E-D694-66450F7374AB}"/>
              </a:ext>
            </a:extLst>
          </p:cNvPr>
          <p:cNvSpPr txBox="1"/>
          <p:nvPr/>
        </p:nvSpPr>
        <p:spPr>
          <a:xfrm>
            <a:off x="1711762" y="5480140"/>
            <a:ext cx="1242458" cy="1846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AU" sz="1200" b="1" dirty="0"/>
              <a:t>Scalable</a:t>
            </a:r>
            <a:endParaRPr lang="en-US" sz="1195" dirty="0">
              <a:solidFill>
                <a:srgbClr val="000000"/>
              </a:solidFill>
              <a:latin typeface="Handy Casual"/>
              <a:ea typeface="Handy Casual"/>
              <a:cs typeface="Handy Casual"/>
              <a:sym typeface="Handy Casual"/>
            </a:endParaRPr>
          </a:p>
        </p:txBody>
      </p:sp>
      <p:sp>
        <p:nvSpPr>
          <p:cNvPr id="17870" name="TextBox 165">
            <a:extLst>
              <a:ext uri="{FF2B5EF4-FFF2-40B4-BE49-F238E27FC236}">
                <a16:creationId xmlns:a16="http://schemas.microsoft.com/office/drawing/2014/main" id="{BB90CE21-1058-4D69-427A-55EB58D38522}"/>
              </a:ext>
            </a:extLst>
          </p:cNvPr>
          <p:cNvSpPr txBox="1"/>
          <p:nvPr/>
        </p:nvSpPr>
        <p:spPr>
          <a:xfrm>
            <a:off x="4661062" y="4661930"/>
            <a:ext cx="1238047" cy="3693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AU" sz="800" dirty="0"/>
              <a:t>Sensitive victim information requires strict access and consent controls.</a:t>
            </a:r>
            <a:endParaRPr lang="en-US" sz="752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871" name="TextBox 166">
            <a:extLst>
              <a:ext uri="{FF2B5EF4-FFF2-40B4-BE49-F238E27FC236}">
                <a16:creationId xmlns:a16="http://schemas.microsoft.com/office/drawing/2014/main" id="{4DFBA655-A488-48D5-05CA-3D5030747426}"/>
              </a:ext>
            </a:extLst>
          </p:cNvPr>
          <p:cNvSpPr txBox="1"/>
          <p:nvPr/>
        </p:nvSpPr>
        <p:spPr>
          <a:xfrm>
            <a:off x="6158026" y="4658854"/>
            <a:ext cx="1238047" cy="3693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AU" sz="800" dirty="0"/>
              <a:t>False positives/negatives may incorrectly classify distress levels.</a:t>
            </a:r>
            <a:endParaRPr lang="en-US" sz="752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872" name="TextBox 167">
            <a:extLst>
              <a:ext uri="{FF2B5EF4-FFF2-40B4-BE49-F238E27FC236}">
                <a16:creationId xmlns:a16="http://schemas.microsoft.com/office/drawing/2014/main" id="{318156C8-51B7-4506-0F48-3291A74A33D0}"/>
              </a:ext>
            </a:extLst>
          </p:cNvPr>
          <p:cNvSpPr txBox="1"/>
          <p:nvPr/>
        </p:nvSpPr>
        <p:spPr>
          <a:xfrm>
            <a:off x="1515194" y="1725233"/>
            <a:ext cx="2012203" cy="4672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57"/>
              </a:lnSpc>
            </a:pPr>
            <a:r>
              <a:rPr lang="en-US" sz="2826" dirty="0">
                <a:solidFill>
                  <a:srgbClr val="000000"/>
                </a:solidFill>
                <a:latin typeface="Arial" panose="020B0604020202020204" pitchFamily="34" charset="0"/>
                <a:ea typeface="Handy Casual"/>
                <a:cs typeface="Arial" panose="020B0604020202020204" pitchFamily="34" charset="0"/>
                <a:sym typeface="Handy Casual"/>
              </a:rPr>
              <a:t>Feasibility</a:t>
            </a:r>
          </a:p>
        </p:txBody>
      </p:sp>
      <p:sp>
        <p:nvSpPr>
          <p:cNvPr id="17873" name="TextBox 168">
            <a:extLst>
              <a:ext uri="{FF2B5EF4-FFF2-40B4-BE49-F238E27FC236}">
                <a16:creationId xmlns:a16="http://schemas.microsoft.com/office/drawing/2014/main" id="{38117F2E-EBC4-04DB-3300-483A7712CAAE}"/>
              </a:ext>
            </a:extLst>
          </p:cNvPr>
          <p:cNvSpPr txBox="1"/>
          <p:nvPr/>
        </p:nvSpPr>
        <p:spPr>
          <a:xfrm>
            <a:off x="1883097" y="2576344"/>
            <a:ext cx="1141480" cy="1846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AU" sz="1200" dirty="0"/>
              <a:t>Why It’s Feasible</a:t>
            </a:r>
            <a:endParaRPr lang="en-US" sz="1400" dirty="0">
              <a:solidFill>
                <a:srgbClr val="000000"/>
              </a:solidFill>
              <a:latin typeface="Handy Casual"/>
              <a:ea typeface="Handy Casual"/>
              <a:cs typeface="Handy Casual"/>
              <a:sym typeface="Handy Casual"/>
            </a:endParaRPr>
          </a:p>
        </p:txBody>
      </p:sp>
      <p:sp>
        <p:nvSpPr>
          <p:cNvPr id="17874" name="TextBox 169">
            <a:extLst>
              <a:ext uri="{FF2B5EF4-FFF2-40B4-BE49-F238E27FC236}">
                <a16:creationId xmlns:a16="http://schemas.microsoft.com/office/drawing/2014/main" id="{84B1486F-C5B6-1477-2EE9-22F401F7B4AC}"/>
              </a:ext>
            </a:extLst>
          </p:cNvPr>
          <p:cNvSpPr txBox="1"/>
          <p:nvPr/>
        </p:nvSpPr>
        <p:spPr>
          <a:xfrm>
            <a:off x="1188504" y="2919258"/>
            <a:ext cx="2530667" cy="461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lang="en-AU" sz="1000" dirty="0"/>
              <a:t>Built using technologies already available to our team :- React, TypeScript, Python/FastAPI and PostgreSQL.</a:t>
            </a:r>
          </a:p>
        </p:txBody>
      </p:sp>
      <p:sp>
        <p:nvSpPr>
          <p:cNvPr id="17875" name="TextBox 170">
            <a:extLst>
              <a:ext uri="{FF2B5EF4-FFF2-40B4-BE49-F238E27FC236}">
                <a16:creationId xmlns:a16="http://schemas.microsoft.com/office/drawing/2014/main" id="{34A7F462-A2CD-39F4-C7AB-1069CF2ED256}"/>
              </a:ext>
            </a:extLst>
          </p:cNvPr>
          <p:cNvSpPr txBox="1"/>
          <p:nvPr/>
        </p:nvSpPr>
        <p:spPr>
          <a:xfrm>
            <a:off x="8582329" y="1725233"/>
            <a:ext cx="2055397" cy="4672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57"/>
              </a:lnSpc>
            </a:pPr>
            <a:r>
              <a:rPr lang="en-US" sz="2826" dirty="0">
                <a:solidFill>
                  <a:srgbClr val="000000"/>
                </a:solidFill>
                <a:latin typeface="Handy Casual"/>
                <a:ea typeface="Handy Casual"/>
                <a:cs typeface="Handy Casual"/>
                <a:sym typeface="Handy Casual"/>
              </a:rPr>
              <a:t>Mitigation</a:t>
            </a:r>
          </a:p>
        </p:txBody>
      </p:sp>
      <p:sp>
        <p:nvSpPr>
          <p:cNvPr id="17876" name="TextBox 171">
            <a:extLst>
              <a:ext uri="{FF2B5EF4-FFF2-40B4-BE49-F238E27FC236}">
                <a16:creationId xmlns:a16="http://schemas.microsoft.com/office/drawing/2014/main" id="{D92D613E-8D4A-6640-2CB3-C5EF04C6603E}"/>
              </a:ext>
            </a:extLst>
          </p:cNvPr>
          <p:cNvSpPr txBox="1"/>
          <p:nvPr/>
        </p:nvSpPr>
        <p:spPr>
          <a:xfrm>
            <a:off x="9118661" y="2564292"/>
            <a:ext cx="1073906" cy="1846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AU" sz="1200" dirty="0"/>
              <a:t>Risk Mitigation</a:t>
            </a:r>
            <a:endParaRPr lang="en-US" sz="1400" dirty="0">
              <a:solidFill>
                <a:srgbClr val="000000"/>
              </a:solidFill>
              <a:latin typeface="Handy Casual"/>
              <a:ea typeface="Handy Casual"/>
              <a:cs typeface="Handy Casual"/>
              <a:sym typeface="Handy Casual"/>
            </a:endParaRPr>
          </a:p>
        </p:txBody>
      </p:sp>
      <p:sp>
        <p:nvSpPr>
          <p:cNvPr id="17877" name="TextBox 172">
            <a:extLst>
              <a:ext uri="{FF2B5EF4-FFF2-40B4-BE49-F238E27FC236}">
                <a16:creationId xmlns:a16="http://schemas.microsoft.com/office/drawing/2014/main" id="{03213FCA-2944-135C-6DED-3E87745A51EF}"/>
              </a:ext>
            </a:extLst>
          </p:cNvPr>
          <p:cNvSpPr txBox="1"/>
          <p:nvPr/>
        </p:nvSpPr>
        <p:spPr>
          <a:xfrm>
            <a:off x="8360483" y="2919258"/>
            <a:ext cx="2516397" cy="461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AU" sz="1000" dirty="0"/>
              <a:t>The system combines privacy safeguards, explainable AI and professional oversight to reduce these risks.</a:t>
            </a:r>
            <a:endParaRPr lang="en-US" sz="986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878" name="TextBox 173">
            <a:extLst>
              <a:ext uri="{FF2B5EF4-FFF2-40B4-BE49-F238E27FC236}">
                <a16:creationId xmlns:a16="http://schemas.microsoft.com/office/drawing/2014/main" id="{66F66585-B239-B569-C14F-6F23CAE57CD7}"/>
              </a:ext>
            </a:extLst>
          </p:cNvPr>
          <p:cNvSpPr txBox="1"/>
          <p:nvPr/>
        </p:nvSpPr>
        <p:spPr>
          <a:xfrm>
            <a:off x="1028073" y="4664287"/>
            <a:ext cx="1255203" cy="2462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AU" sz="800" dirty="0"/>
              <a:t>No dependency on expensive proprietary software.</a:t>
            </a:r>
            <a:endParaRPr lang="en-US" sz="752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879" name="TextBox 174">
            <a:extLst>
              <a:ext uri="{FF2B5EF4-FFF2-40B4-BE49-F238E27FC236}">
                <a16:creationId xmlns:a16="http://schemas.microsoft.com/office/drawing/2014/main" id="{AACC6914-CB98-B837-E3DD-9B41254695A3}"/>
              </a:ext>
            </a:extLst>
          </p:cNvPr>
          <p:cNvSpPr txBox="1"/>
          <p:nvPr/>
        </p:nvSpPr>
        <p:spPr>
          <a:xfrm>
            <a:off x="2548038" y="4683176"/>
            <a:ext cx="1255203" cy="3693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AU" sz="800" dirty="0"/>
              <a:t>Frontend, backend, AI and database can be developed independently.</a:t>
            </a:r>
            <a:endParaRPr lang="en-US" sz="752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880" name="TextBox 175">
            <a:extLst>
              <a:ext uri="{FF2B5EF4-FFF2-40B4-BE49-F238E27FC236}">
                <a16:creationId xmlns:a16="http://schemas.microsoft.com/office/drawing/2014/main" id="{CC34E1D7-C12D-7463-A173-1AA84CFD4E5D}"/>
              </a:ext>
            </a:extLst>
          </p:cNvPr>
          <p:cNvSpPr txBox="1"/>
          <p:nvPr/>
        </p:nvSpPr>
        <p:spPr>
          <a:xfrm>
            <a:off x="8347828" y="4676482"/>
            <a:ext cx="1248125" cy="3693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lang="en-AU" sz="800" dirty="0"/>
              <a:t>Encryption, minimal data collection and role-based access.</a:t>
            </a:r>
          </a:p>
        </p:txBody>
      </p:sp>
      <p:sp>
        <p:nvSpPr>
          <p:cNvPr id="17881" name="TextBox 176">
            <a:extLst>
              <a:ext uri="{FF2B5EF4-FFF2-40B4-BE49-F238E27FC236}">
                <a16:creationId xmlns:a16="http://schemas.microsoft.com/office/drawing/2014/main" id="{54171816-C184-ADE5-8525-085DFA835181}"/>
              </a:ext>
            </a:extLst>
          </p:cNvPr>
          <p:cNvSpPr txBox="1"/>
          <p:nvPr/>
        </p:nvSpPr>
        <p:spPr>
          <a:xfrm>
            <a:off x="9819633" y="4733898"/>
            <a:ext cx="1248125" cy="3693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AU" sz="800" dirty="0"/>
              <a:t>AI provides risk indicators; counsellors make final decisions.</a:t>
            </a:r>
            <a:endParaRPr lang="en-US" sz="752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885" name="AutoShape 38">
            <a:extLst>
              <a:ext uri="{FF2B5EF4-FFF2-40B4-BE49-F238E27FC236}">
                <a16:creationId xmlns:a16="http://schemas.microsoft.com/office/drawing/2014/main" id="{53F89617-0EC0-772B-06F1-E6C707A06497}"/>
              </a:ext>
            </a:extLst>
          </p:cNvPr>
          <p:cNvSpPr/>
          <p:nvPr/>
        </p:nvSpPr>
        <p:spPr>
          <a:xfrm flipV="1">
            <a:off x="2418732" y="5198827"/>
            <a:ext cx="0" cy="243605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endParaRPr lang="en-AU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026EB29-E656-6C27-35D0-977F6680788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-9245"/>
            <a:ext cx="833120" cy="833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482278" y="-36905"/>
            <a:ext cx="10972800" cy="1143000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grpSp>
        <p:nvGrpSpPr>
          <p:cNvPr id="17568" name="Group 3">
            <a:extLst>
              <a:ext uri="{FF2B5EF4-FFF2-40B4-BE49-F238E27FC236}">
                <a16:creationId xmlns:a16="http://schemas.microsoft.com/office/drawing/2014/main" id="{8DDE3364-BF6B-68EC-CB55-94A14E4BC6E1}"/>
              </a:ext>
            </a:extLst>
          </p:cNvPr>
          <p:cNvGrpSpPr/>
          <p:nvPr/>
        </p:nvGrpSpPr>
        <p:grpSpPr>
          <a:xfrm>
            <a:off x="761861" y="3535181"/>
            <a:ext cx="3298907" cy="2759969"/>
            <a:chOff x="0" y="0"/>
            <a:chExt cx="2418120" cy="2023074"/>
          </a:xfrm>
        </p:grpSpPr>
        <p:sp>
          <p:nvSpPr>
            <p:cNvPr id="17569" name="Freeform 4">
              <a:extLst>
                <a:ext uri="{FF2B5EF4-FFF2-40B4-BE49-F238E27FC236}">
                  <a16:creationId xmlns:a16="http://schemas.microsoft.com/office/drawing/2014/main" id="{5472A2DC-221B-51A4-084B-632C17D91A83}"/>
                </a:ext>
              </a:extLst>
            </p:cNvPr>
            <p:cNvSpPr/>
            <p:nvPr/>
          </p:nvSpPr>
          <p:spPr>
            <a:xfrm>
              <a:off x="40004" y="45156"/>
              <a:ext cx="2378115" cy="1977213"/>
            </a:xfrm>
            <a:custGeom>
              <a:avLst/>
              <a:gdLst/>
              <a:ahLst/>
              <a:cxnLst/>
              <a:rect l="l" t="t" r="r" b="b"/>
              <a:pathLst>
                <a:path w="2378115" h="1977213">
                  <a:moveTo>
                    <a:pt x="636" y="1947438"/>
                  </a:moveTo>
                  <a:cubicBezTo>
                    <a:pt x="-1904" y="1956328"/>
                    <a:pt x="3176" y="1962678"/>
                    <a:pt x="15725" y="1963948"/>
                  </a:cubicBezTo>
                  <a:cubicBezTo>
                    <a:pt x="30152" y="1965218"/>
                    <a:pt x="42776" y="1965218"/>
                    <a:pt x="57203" y="1965218"/>
                  </a:cubicBezTo>
                  <a:cubicBezTo>
                    <a:pt x="114911" y="1966488"/>
                    <a:pt x="172620" y="1966488"/>
                    <a:pt x="232132" y="1967759"/>
                  </a:cubicBezTo>
                  <a:cubicBezTo>
                    <a:pt x="264592" y="1969028"/>
                    <a:pt x="297053" y="1970298"/>
                    <a:pt x="327711" y="1971568"/>
                  </a:cubicBezTo>
                  <a:cubicBezTo>
                    <a:pt x="381813" y="1972838"/>
                    <a:pt x="434111" y="1972838"/>
                    <a:pt x="488212" y="1974109"/>
                  </a:cubicBezTo>
                  <a:cubicBezTo>
                    <a:pt x="509853" y="1974109"/>
                    <a:pt x="529690" y="1974109"/>
                    <a:pt x="551331" y="1972838"/>
                  </a:cubicBezTo>
                  <a:cubicBezTo>
                    <a:pt x="560348" y="1972838"/>
                    <a:pt x="571168" y="1971568"/>
                    <a:pt x="580185" y="1971568"/>
                  </a:cubicBezTo>
                  <a:cubicBezTo>
                    <a:pt x="616253" y="1972838"/>
                    <a:pt x="1337607" y="1963948"/>
                    <a:pt x="1373675" y="1965218"/>
                  </a:cubicBezTo>
                  <a:cubicBezTo>
                    <a:pt x="1424169" y="1966488"/>
                    <a:pt x="1563030" y="1966488"/>
                    <a:pt x="1613525" y="1966488"/>
                  </a:cubicBezTo>
                  <a:cubicBezTo>
                    <a:pt x="1633362" y="1966488"/>
                    <a:pt x="1651396" y="1965218"/>
                    <a:pt x="1671233" y="1965218"/>
                  </a:cubicBezTo>
                  <a:lnTo>
                    <a:pt x="1768616" y="1969028"/>
                  </a:lnTo>
                  <a:cubicBezTo>
                    <a:pt x="1838948" y="1971568"/>
                    <a:pt x="1907477" y="1969028"/>
                    <a:pt x="1977809" y="1972838"/>
                  </a:cubicBezTo>
                  <a:cubicBezTo>
                    <a:pt x="2095029" y="1977918"/>
                    <a:pt x="2214052" y="1971568"/>
                    <a:pt x="2314616" y="1976648"/>
                  </a:cubicBezTo>
                  <a:cubicBezTo>
                    <a:pt x="2334936" y="1977918"/>
                    <a:pt x="2355256" y="1976648"/>
                    <a:pt x="2378116" y="1976648"/>
                  </a:cubicBezTo>
                  <a:lnTo>
                    <a:pt x="2378116" y="1916959"/>
                  </a:lnTo>
                  <a:cubicBezTo>
                    <a:pt x="2376846" y="1845800"/>
                    <a:pt x="2375576" y="1774098"/>
                    <a:pt x="2375576" y="1697914"/>
                  </a:cubicBezTo>
                  <a:cubicBezTo>
                    <a:pt x="2375576" y="1609780"/>
                    <a:pt x="2379386" y="1520152"/>
                    <a:pt x="2373036" y="1432018"/>
                  </a:cubicBezTo>
                  <a:cubicBezTo>
                    <a:pt x="2365416" y="1373760"/>
                    <a:pt x="2353986" y="225028"/>
                    <a:pt x="2353986" y="166770"/>
                  </a:cubicBezTo>
                  <a:cubicBezTo>
                    <a:pt x="2351446" y="126438"/>
                    <a:pt x="2350176" y="84611"/>
                    <a:pt x="2347636" y="44279"/>
                  </a:cubicBezTo>
                  <a:cubicBezTo>
                    <a:pt x="2347636" y="32328"/>
                    <a:pt x="2346366" y="20378"/>
                    <a:pt x="2345096" y="5644"/>
                  </a:cubicBezTo>
                  <a:cubicBezTo>
                    <a:pt x="2334936" y="3104"/>
                    <a:pt x="2326046" y="1834"/>
                    <a:pt x="2315886" y="564"/>
                  </a:cubicBezTo>
                  <a:cubicBezTo>
                    <a:pt x="2308266" y="-706"/>
                    <a:pt x="2300646" y="564"/>
                    <a:pt x="2294296" y="564"/>
                  </a:cubicBezTo>
                  <a:lnTo>
                    <a:pt x="6708" y="5644"/>
                  </a:lnTo>
                  <a:lnTo>
                    <a:pt x="636" y="1947438"/>
                  </a:lnTo>
                  <a:close/>
                </a:path>
              </a:pathLst>
            </a:custGeom>
            <a:solidFill>
              <a:srgbClr val="9CF2FE"/>
            </a:solidFill>
          </p:spPr>
          <p:txBody>
            <a:bodyPr/>
            <a:lstStyle/>
            <a:p>
              <a:endParaRPr lang="en-AU"/>
            </a:p>
          </p:txBody>
        </p:sp>
        <p:sp>
          <p:nvSpPr>
            <p:cNvPr id="17570" name="Freeform 5">
              <a:extLst>
                <a:ext uri="{FF2B5EF4-FFF2-40B4-BE49-F238E27FC236}">
                  <a16:creationId xmlns:a16="http://schemas.microsoft.com/office/drawing/2014/main" id="{E6AA6F77-9D37-9401-9011-A3CC167D3043}"/>
                </a:ext>
              </a:extLst>
            </p:cNvPr>
            <p:cNvSpPr/>
            <p:nvPr/>
          </p:nvSpPr>
          <p:spPr>
            <a:xfrm>
              <a:off x="11430" y="16510"/>
              <a:ext cx="2357160" cy="1968465"/>
            </a:xfrm>
            <a:custGeom>
              <a:avLst/>
              <a:gdLst/>
              <a:ahLst/>
              <a:cxnLst/>
              <a:rect l="l" t="t" r="r" b="b"/>
              <a:pathLst>
                <a:path w="2357160" h="1968465">
                  <a:moveTo>
                    <a:pt x="2357160" y="1968465"/>
                  </a:moveTo>
                  <a:lnTo>
                    <a:pt x="0" y="1960844"/>
                  </a:lnTo>
                  <a:lnTo>
                    <a:pt x="0" y="697333"/>
                  </a:lnTo>
                  <a:lnTo>
                    <a:pt x="7620" y="20320"/>
                  </a:lnTo>
                  <a:lnTo>
                    <a:pt x="1176825" y="0"/>
                  </a:lnTo>
                  <a:lnTo>
                    <a:pt x="2335570" y="889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AU"/>
            </a:p>
          </p:txBody>
        </p:sp>
        <p:sp>
          <p:nvSpPr>
            <p:cNvPr id="17571" name="Freeform 6">
              <a:extLst>
                <a:ext uri="{FF2B5EF4-FFF2-40B4-BE49-F238E27FC236}">
                  <a16:creationId xmlns:a16="http://schemas.microsoft.com/office/drawing/2014/main" id="{E5037ED1-C45A-9AD2-E399-A57916E989D5}"/>
                </a:ext>
              </a:extLst>
            </p:cNvPr>
            <p:cNvSpPr/>
            <p:nvPr/>
          </p:nvSpPr>
          <p:spPr>
            <a:xfrm>
              <a:off x="-215" y="0"/>
              <a:ext cx="2381504" cy="1994429"/>
            </a:xfrm>
            <a:custGeom>
              <a:avLst/>
              <a:gdLst/>
              <a:ahLst/>
              <a:cxnLst/>
              <a:rect l="l" t="t" r="r" b="b"/>
              <a:pathLst>
                <a:path w="2381504" h="1994429">
                  <a:moveTo>
                    <a:pt x="2348485" y="21590"/>
                  </a:moveTo>
                  <a:cubicBezTo>
                    <a:pt x="2349755" y="34290"/>
                    <a:pt x="2349755" y="44450"/>
                    <a:pt x="2351025" y="55077"/>
                  </a:cubicBezTo>
                  <a:cubicBezTo>
                    <a:pt x="2353565" y="95410"/>
                    <a:pt x="2354835" y="137236"/>
                    <a:pt x="2357375" y="177569"/>
                  </a:cubicBezTo>
                  <a:cubicBezTo>
                    <a:pt x="2357375" y="235827"/>
                    <a:pt x="2370075" y="1384559"/>
                    <a:pt x="2376425" y="1442817"/>
                  </a:cubicBezTo>
                  <a:cubicBezTo>
                    <a:pt x="2382775" y="1530951"/>
                    <a:pt x="2378965" y="1620579"/>
                    <a:pt x="2378965" y="1708713"/>
                  </a:cubicBezTo>
                  <a:cubicBezTo>
                    <a:pt x="2378965" y="1786390"/>
                    <a:pt x="2380235" y="1858093"/>
                    <a:pt x="2381505" y="1934174"/>
                  </a:cubicBezTo>
                  <a:lnTo>
                    <a:pt x="2381505" y="1993865"/>
                  </a:lnTo>
                  <a:cubicBezTo>
                    <a:pt x="2358645" y="1993865"/>
                    <a:pt x="2338325" y="1995134"/>
                    <a:pt x="2318005" y="1993865"/>
                  </a:cubicBezTo>
                  <a:cubicBezTo>
                    <a:pt x="2201973" y="1988784"/>
                    <a:pt x="2082950" y="1995134"/>
                    <a:pt x="1965730" y="1990054"/>
                  </a:cubicBezTo>
                  <a:cubicBezTo>
                    <a:pt x="1895398" y="1986244"/>
                    <a:pt x="1826869" y="1988784"/>
                    <a:pt x="1756537" y="1986244"/>
                  </a:cubicBezTo>
                  <a:lnTo>
                    <a:pt x="1659154" y="1982434"/>
                  </a:lnTo>
                  <a:cubicBezTo>
                    <a:pt x="1639317" y="1982434"/>
                    <a:pt x="1621283" y="1983704"/>
                    <a:pt x="1601446" y="1983704"/>
                  </a:cubicBezTo>
                  <a:cubicBezTo>
                    <a:pt x="1550951" y="1982434"/>
                    <a:pt x="1412090" y="1983704"/>
                    <a:pt x="1361595" y="1982434"/>
                  </a:cubicBezTo>
                  <a:cubicBezTo>
                    <a:pt x="1325528" y="1981165"/>
                    <a:pt x="604174" y="1990054"/>
                    <a:pt x="568106" y="1988784"/>
                  </a:cubicBezTo>
                  <a:cubicBezTo>
                    <a:pt x="559089" y="1988784"/>
                    <a:pt x="548269" y="1990054"/>
                    <a:pt x="539252" y="1990054"/>
                  </a:cubicBezTo>
                  <a:cubicBezTo>
                    <a:pt x="517611" y="1990054"/>
                    <a:pt x="497774" y="1991324"/>
                    <a:pt x="476133" y="1991324"/>
                  </a:cubicBezTo>
                  <a:cubicBezTo>
                    <a:pt x="422032" y="1991324"/>
                    <a:pt x="369733" y="1990054"/>
                    <a:pt x="315632" y="1988784"/>
                  </a:cubicBezTo>
                  <a:cubicBezTo>
                    <a:pt x="283171" y="1987515"/>
                    <a:pt x="250710" y="1986244"/>
                    <a:pt x="220052" y="1984974"/>
                  </a:cubicBezTo>
                  <a:cubicBezTo>
                    <a:pt x="162344" y="1983704"/>
                    <a:pt x="104636" y="1982434"/>
                    <a:pt x="45124" y="1982434"/>
                  </a:cubicBezTo>
                  <a:cubicBezTo>
                    <a:pt x="34505" y="1982434"/>
                    <a:pt x="25615" y="1982434"/>
                    <a:pt x="15455" y="1981165"/>
                  </a:cubicBezTo>
                  <a:cubicBezTo>
                    <a:pt x="6565" y="1979894"/>
                    <a:pt x="1485" y="1973544"/>
                    <a:pt x="4025" y="1964654"/>
                  </a:cubicBezTo>
                  <a:cubicBezTo>
                    <a:pt x="12915" y="1932783"/>
                    <a:pt x="9105" y="1895438"/>
                    <a:pt x="7835" y="1856599"/>
                  </a:cubicBezTo>
                  <a:cubicBezTo>
                    <a:pt x="6565" y="1777428"/>
                    <a:pt x="2755" y="1699750"/>
                    <a:pt x="4025" y="1620579"/>
                  </a:cubicBezTo>
                  <a:cubicBezTo>
                    <a:pt x="1485" y="1521988"/>
                    <a:pt x="-3595" y="301554"/>
                    <a:pt x="4025" y="201470"/>
                  </a:cubicBezTo>
                  <a:cubicBezTo>
                    <a:pt x="5295" y="182050"/>
                    <a:pt x="4025" y="161137"/>
                    <a:pt x="5295" y="141718"/>
                  </a:cubicBezTo>
                  <a:cubicBezTo>
                    <a:pt x="6565" y="110348"/>
                    <a:pt x="9105" y="75991"/>
                    <a:pt x="10375" y="44450"/>
                  </a:cubicBezTo>
                  <a:cubicBezTo>
                    <a:pt x="10375" y="41910"/>
                    <a:pt x="11645" y="39370"/>
                    <a:pt x="12915" y="38100"/>
                  </a:cubicBezTo>
                  <a:cubicBezTo>
                    <a:pt x="34505" y="35560"/>
                    <a:pt x="59551" y="30480"/>
                    <a:pt x="88405" y="29210"/>
                  </a:cubicBezTo>
                  <a:cubicBezTo>
                    <a:pt x="137097" y="25400"/>
                    <a:pt x="185788" y="22860"/>
                    <a:pt x="236283" y="20320"/>
                  </a:cubicBezTo>
                  <a:cubicBezTo>
                    <a:pt x="270547" y="17780"/>
                    <a:pt x="304811" y="16510"/>
                    <a:pt x="337272" y="13970"/>
                  </a:cubicBezTo>
                  <a:cubicBezTo>
                    <a:pt x="369733" y="11430"/>
                    <a:pt x="403998" y="8890"/>
                    <a:pt x="436459" y="8890"/>
                  </a:cubicBezTo>
                  <a:cubicBezTo>
                    <a:pt x="472526" y="7620"/>
                    <a:pt x="508594" y="10160"/>
                    <a:pt x="544662" y="8890"/>
                  </a:cubicBezTo>
                  <a:cubicBezTo>
                    <a:pt x="589746" y="8890"/>
                    <a:pt x="1406680" y="6350"/>
                    <a:pt x="1451765" y="5080"/>
                  </a:cubicBezTo>
                  <a:cubicBezTo>
                    <a:pt x="1495046" y="3810"/>
                    <a:pt x="1538327" y="2540"/>
                    <a:pt x="1583412" y="2540"/>
                  </a:cubicBezTo>
                  <a:cubicBezTo>
                    <a:pt x="1657351" y="1270"/>
                    <a:pt x="1729486" y="0"/>
                    <a:pt x="1803425" y="0"/>
                  </a:cubicBezTo>
                  <a:cubicBezTo>
                    <a:pt x="1834083" y="0"/>
                    <a:pt x="1866544" y="2540"/>
                    <a:pt x="1897201" y="2540"/>
                  </a:cubicBezTo>
                  <a:cubicBezTo>
                    <a:pt x="1981960" y="3810"/>
                    <a:pt x="2068523" y="5080"/>
                    <a:pt x="2153282" y="7620"/>
                  </a:cubicBezTo>
                  <a:cubicBezTo>
                    <a:pt x="2198366" y="8890"/>
                    <a:pt x="2243451" y="12700"/>
                    <a:pt x="2288536" y="16510"/>
                  </a:cubicBezTo>
                  <a:lnTo>
                    <a:pt x="2318005" y="16510"/>
                  </a:lnTo>
                  <a:cubicBezTo>
                    <a:pt x="2329435" y="17780"/>
                    <a:pt x="2338325" y="20320"/>
                    <a:pt x="2348485" y="21590"/>
                  </a:cubicBezTo>
                  <a:close/>
                  <a:moveTo>
                    <a:pt x="2358645" y="1977354"/>
                  </a:moveTo>
                  <a:cubicBezTo>
                    <a:pt x="2359915" y="1960844"/>
                    <a:pt x="2361185" y="1948144"/>
                    <a:pt x="2361185" y="1935444"/>
                  </a:cubicBezTo>
                  <a:cubicBezTo>
                    <a:pt x="2359915" y="1850624"/>
                    <a:pt x="2358645" y="1771453"/>
                    <a:pt x="2358645" y="1686306"/>
                  </a:cubicBezTo>
                  <a:cubicBezTo>
                    <a:pt x="2358645" y="1647467"/>
                    <a:pt x="2361185" y="1608628"/>
                    <a:pt x="2359915" y="1569790"/>
                  </a:cubicBezTo>
                  <a:cubicBezTo>
                    <a:pt x="2359915" y="1533938"/>
                    <a:pt x="2358645" y="1496593"/>
                    <a:pt x="2357375" y="1460742"/>
                  </a:cubicBezTo>
                  <a:cubicBezTo>
                    <a:pt x="2352295" y="1405472"/>
                    <a:pt x="2340865" y="261222"/>
                    <a:pt x="2340865" y="205951"/>
                  </a:cubicBezTo>
                  <a:cubicBezTo>
                    <a:pt x="2338325" y="159643"/>
                    <a:pt x="2335785" y="111842"/>
                    <a:pt x="2333245" y="65534"/>
                  </a:cubicBezTo>
                  <a:cubicBezTo>
                    <a:pt x="2331975" y="44450"/>
                    <a:pt x="2330705" y="43180"/>
                    <a:pt x="2313783" y="41910"/>
                  </a:cubicBezTo>
                  <a:cubicBezTo>
                    <a:pt x="2308373" y="41910"/>
                    <a:pt x="2304766" y="41910"/>
                    <a:pt x="2299356" y="40640"/>
                  </a:cubicBezTo>
                  <a:cubicBezTo>
                    <a:pt x="2254271" y="36830"/>
                    <a:pt x="2207383" y="31750"/>
                    <a:pt x="2162299" y="30480"/>
                  </a:cubicBezTo>
                  <a:cubicBezTo>
                    <a:pt x="2052292" y="26670"/>
                    <a:pt x="1940482" y="25400"/>
                    <a:pt x="1830476" y="22860"/>
                  </a:cubicBezTo>
                  <a:lnTo>
                    <a:pt x="1700632" y="22860"/>
                  </a:lnTo>
                  <a:cubicBezTo>
                    <a:pt x="1642924" y="22860"/>
                    <a:pt x="1585215" y="22860"/>
                    <a:pt x="1529310" y="24130"/>
                  </a:cubicBezTo>
                  <a:cubicBezTo>
                    <a:pt x="1480619" y="25400"/>
                    <a:pt x="660078" y="29210"/>
                    <a:pt x="611387" y="29210"/>
                  </a:cubicBezTo>
                  <a:cubicBezTo>
                    <a:pt x="532038" y="29210"/>
                    <a:pt x="452689" y="26670"/>
                    <a:pt x="373340" y="33020"/>
                  </a:cubicBezTo>
                  <a:cubicBezTo>
                    <a:pt x="331862" y="36830"/>
                    <a:pt x="292188" y="36830"/>
                    <a:pt x="252513" y="38100"/>
                  </a:cubicBezTo>
                  <a:cubicBezTo>
                    <a:pt x="183985" y="41910"/>
                    <a:pt x="115456" y="45720"/>
                    <a:pt x="46927" y="50800"/>
                  </a:cubicBezTo>
                  <a:cubicBezTo>
                    <a:pt x="33235" y="50800"/>
                    <a:pt x="30695" y="53584"/>
                    <a:pt x="29425" y="71509"/>
                  </a:cubicBezTo>
                  <a:cubicBezTo>
                    <a:pt x="28155" y="98398"/>
                    <a:pt x="28155" y="125286"/>
                    <a:pt x="26885" y="152174"/>
                  </a:cubicBezTo>
                  <a:cubicBezTo>
                    <a:pt x="25615" y="196988"/>
                    <a:pt x="23075" y="240308"/>
                    <a:pt x="21805" y="285122"/>
                  </a:cubicBezTo>
                  <a:cubicBezTo>
                    <a:pt x="16725" y="332924"/>
                    <a:pt x="23075" y="1501075"/>
                    <a:pt x="25615" y="1548876"/>
                  </a:cubicBezTo>
                  <a:cubicBezTo>
                    <a:pt x="25615" y="1599666"/>
                    <a:pt x="25615" y="1651949"/>
                    <a:pt x="26885" y="1702738"/>
                  </a:cubicBezTo>
                  <a:cubicBezTo>
                    <a:pt x="26885" y="1740083"/>
                    <a:pt x="29425" y="1777428"/>
                    <a:pt x="29425" y="1814773"/>
                  </a:cubicBezTo>
                  <a:cubicBezTo>
                    <a:pt x="29425" y="1855105"/>
                    <a:pt x="29425" y="1895438"/>
                    <a:pt x="28155" y="1935444"/>
                  </a:cubicBezTo>
                  <a:lnTo>
                    <a:pt x="28155" y="1945604"/>
                  </a:lnTo>
                  <a:cubicBezTo>
                    <a:pt x="28155" y="1955765"/>
                    <a:pt x="31965" y="1959575"/>
                    <a:pt x="40855" y="1959575"/>
                  </a:cubicBezTo>
                  <a:cubicBezTo>
                    <a:pt x="63158" y="1959575"/>
                    <a:pt x="88405" y="1960844"/>
                    <a:pt x="111849" y="1960844"/>
                  </a:cubicBezTo>
                  <a:cubicBezTo>
                    <a:pt x="146114" y="1960844"/>
                    <a:pt x="182181" y="1958304"/>
                    <a:pt x="216446" y="1960844"/>
                  </a:cubicBezTo>
                  <a:cubicBezTo>
                    <a:pt x="272351" y="1964654"/>
                    <a:pt x="328255" y="1967194"/>
                    <a:pt x="384160" y="1965925"/>
                  </a:cubicBezTo>
                  <a:cubicBezTo>
                    <a:pt x="420228" y="1964654"/>
                    <a:pt x="454493" y="1967194"/>
                    <a:pt x="490560" y="1967194"/>
                  </a:cubicBezTo>
                  <a:cubicBezTo>
                    <a:pt x="542858" y="1967194"/>
                    <a:pt x="595157" y="1965925"/>
                    <a:pt x="647455" y="1967194"/>
                  </a:cubicBezTo>
                  <a:cubicBezTo>
                    <a:pt x="725000" y="1968465"/>
                    <a:pt x="1576198" y="1958304"/>
                    <a:pt x="1655547" y="1960844"/>
                  </a:cubicBezTo>
                  <a:cubicBezTo>
                    <a:pt x="1689812" y="1962115"/>
                    <a:pt x="1724076" y="1963385"/>
                    <a:pt x="1756537" y="1963385"/>
                  </a:cubicBezTo>
                  <a:cubicBezTo>
                    <a:pt x="1816049" y="1965925"/>
                    <a:pt x="1873757" y="1962115"/>
                    <a:pt x="1933269" y="1965925"/>
                  </a:cubicBezTo>
                  <a:cubicBezTo>
                    <a:pt x="1981960" y="1968465"/>
                    <a:pt x="2030652" y="1968465"/>
                    <a:pt x="2079343" y="1971004"/>
                  </a:cubicBezTo>
                  <a:cubicBezTo>
                    <a:pt x="2151478" y="1974815"/>
                    <a:pt x="2223614" y="1977354"/>
                    <a:pt x="2295749" y="1978625"/>
                  </a:cubicBezTo>
                  <a:cubicBezTo>
                    <a:pt x="2320545" y="1978625"/>
                    <a:pt x="2338325" y="1977354"/>
                    <a:pt x="2358645" y="1977354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17572" name="Group 7">
            <a:extLst>
              <a:ext uri="{FF2B5EF4-FFF2-40B4-BE49-F238E27FC236}">
                <a16:creationId xmlns:a16="http://schemas.microsoft.com/office/drawing/2014/main" id="{44200ED4-456B-21D0-338A-CA9EE4E33E37}"/>
              </a:ext>
            </a:extLst>
          </p:cNvPr>
          <p:cNvGrpSpPr/>
          <p:nvPr/>
        </p:nvGrpSpPr>
        <p:grpSpPr>
          <a:xfrm>
            <a:off x="4533543" y="3535181"/>
            <a:ext cx="3298907" cy="2759969"/>
            <a:chOff x="0" y="0"/>
            <a:chExt cx="2418120" cy="2023074"/>
          </a:xfrm>
        </p:grpSpPr>
        <p:sp>
          <p:nvSpPr>
            <p:cNvPr id="17573" name="Freeform 8">
              <a:extLst>
                <a:ext uri="{FF2B5EF4-FFF2-40B4-BE49-F238E27FC236}">
                  <a16:creationId xmlns:a16="http://schemas.microsoft.com/office/drawing/2014/main" id="{DFE39188-1F6B-786B-1E9C-08E37DA28F8B}"/>
                </a:ext>
              </a:extLst>
            </p:cNvPr>
            <p:cNvSpPr/>
            <p:nvPr/>
          </p:nvSpPr>
          <p:spPr>
            <a:xfrm>
              <a:off x="40004" y="45156"/>
              <a:ext cx="2378115" cy="1977213"/>
            </a:xfrm>
            <a:custGeom>
              <a:avLst/>
              <a:gdLst/>
              <a:ahLst/>
              <a:cxnLst/>
              <a:rect l="l" t="t" r="r" b="b"/>
              <a:pathLst>
                <a:path w="2378115" h="1977213">
                  <a:moveTo>
                    <a:pt x="636" y="1947438"/>
                  </a:moveTo>
                  <a:cubicBezTo>
                    <a:pt x="-1904" y="1956328"/>
                    <a:pt x="3176" y="1962678"/>
                    <a:pt x="15725" y="1963948"/>
                  </a:cubicBezTo>
                  <a:cubicBezTo>
                    <a:pt x="30152" y="1965218"/>
                    <a:pt x="42776" y="1965218"/>
                    <a:pt x="57203" y="1965218"/>
                  </a:cubicBezTo>
                  <a:cubicBezTo>
                    <a:pt x="114911" y="1966488"/>
                    <a:pt x="172620" y="1966488"/>
                    <a:pt x="232132" y="1967759"/>
                  </a:cubicBezTo>
                  <a:cubicBezTo>
                    <a:pt x="264592" y="1969028"/>
                    <a:pt x="297053" y="1970298"/>
                    <a:pt x="327711" y="1971568"/>
                  </a:cubicBezTo>
                  <a:cubicBezTo>
                    <a:pt x="381813" y="1972838"/>
                    <a:pt x="434111" y="1972838"/>
                    <a:pt x="488212" y="1974109"/>
                  </a:cubicBezTo>
                  <a:cubicBezTo>
                    <a:pt x="509853" y="1974109"/>
                    <a:pt x="529690" y="1974109"/>
                    <a:pt x="551331" y="1972838"/>
                  </a:cubicBezTo>
                  <a:cubicBezTo>
                    <a:pt x="560348" y="1972838"/>
                    <a:pt x="571168" y="1971568"/>
                    <a:pt x="580185" y="1971568"/>
                  </a:cubicBezTo>
                  <a:cubicBezTo>
                    <a:pt x="616253" y="1972838"/>
                    <a:pt x="1337607" y="1963948"/>
                    <a:pt x="1373675" y="1965218"/>
                  </a:cubicBezTo>
                  <a:cubicBezTo>
                    <a:pt x="1424169" y="1966488"/>
                    <a:pt x="1563030" y="1966488"/>
                    <a:pt x="1613525" y="1966488"/>
                  </a:cubicBezTo>
                  <a:cubicBezTo>
                    <a:pt x="1633362" y="1966488"/>
                    <a:pt x="1651396" y="1965218"/>
                    <a:pt x="1671233" y="1965218"/>
                  </a:cubicBezTo>
                  <a:lnTo>
                    <a:pt x="1768616" y="1969028"/>
                  </a:lnTo>
                  <a:cubicBezTo>
                    <a:pt x="1838948" y="1971568"/>
                    <a:pt x="1907477" y="1969028"/>
                    <a:pt x="1977809" y="1972838"/>
                  </a:cubicBezTo>
                  <a:cubicBezTo>
                    <a:pt x="2095029" y="1977918"/>
                    <a:pt x="2214052" y="1971568"/>
                    <a:pt x="2314616" y="1976648"/>
                  </a:cubicBezTo>
                  <a:cubicBezTo>
                    <a:pt x="2334936" y="1977918"/>
                    <a:pt x="2355256" y="1976648"/>
                    <a:pt x="2378116" y="1976648"/>
                  </a:cubicBezTo>
                  <a:lnTo>
                    <a:pt x="2378116" y="1916959"/>
                  </a:lnTo>
                  <a:cubicBezTo>
                    <a:pt x="2376846" y="1845800"/>
                    <a:pt x="2375576" y="1774098"/>
                    <a:pt x="2375576" y="1697914"/>
                  </a:cubicBezTo>
                  <a:cubicBezTo>
                    <a:pt x="2375576" y="1609780"/>
                    <a:pt x="2379386" y="1520152"/>
                    <a:pt x="2373036" y="1432018"/>
                  </a:cubicBezTo>
                  <a:cubicBezTo>
                    <a:pt x="2365416" y="1373760"/>
                    <a:pt x="2353986" y="225028"/>
                    <a:pt x="2353986" y="166770"/>
                  </a:cubicBezTo>
                  <a:cubicBezTo>
                    <a:pt x="2351446" y="126438"/>
                    <a:pt x="2350176" y="84611"/>
                    <a:pt x="2347636" y="44279"/>
                  </a:cubicBezTo>
                  <a:cubicBezTo>
                    <a:pt x="2347636" y="32328"/>
                    <a:pt x="2346366" y="20378"/>
                    <a:pt x="2345096" y="5644"/>
                  </a:cubicBezTo>
                  <a:cubicBezTo>
                    <a:pt x="2334936" y="3104"/>
                    <a:pt x="2326046" y="1834"/>
                    <a:pt x="2315886" y="564"/>
                  </a:cubicBezTo>
                  <a:cubicBezTo>
                    <a:pt x="2308266" y="-706"/>
                    <a:pt x="2300646" y="564"/>
                    <a:pt x="2294296" y="564"/>
                  </a:cubicBezTo>
                  <a:lnTo>
                    <a:pt x="6708" y="5644"/>
                  </a:lnTo>
                  <a:lnTo>
                    <a:pt x="636" y="1947438"/>
                  </a:lnTo>
                  <a:close/>
                </a:path>
              </a:pathLst>
            </a:custGeom>
            <a:solidFill>
              <a:srgbClr val="B0ECB1"/>
            </a:solidFill>
          </p:spPr>
          <p:txBody>
            <a:bodyPr/>
            <a:lstStyle/>
            <a:p>
              <a:endParaRPr lang="en-AU"/>
            </a:p>
          </p:txBody>
        </p:sp>
        <p:sp>
          <p:nvSpPr>
            <p:cNvPr id="17574" name="Freeform 9">
              <a:extLst>
                <a:ext uri="{FF2B5EF4-FFF2-40B4-BE49-F238E27FC236}">
                  <a16:creationId xmlns:a16="http://schemas.microsoft.com/office/drawing/2014/main" id="{F65A59BA-691E-3D4D-BA7C-A42137A7072D}"/>
                </a:ext>
              </a:extLst>
            </p:cNvPr>
            <p:cNvSpPr/>
            <p:nvPr/>
          </p:nvSpPr>
          <p:spPr>
            <a:xfrm>
              <a:off x="11430" y="16510"/>
              <a:ext cx="2357160" cy="1968465"/>
            </a:xfrm>
            <a:custGeom>
              <a:avLst/>
              <a:gdLst/>
              <a:ahLst/>
              <a:cxnLst/>
              <a:rect l="l" t="t" r="r" b="b"/>
              <a:pathLst>
                <a:path w="2357160" h="1968465">
                  <a:moveTo>
                    <a:pt x="2357160" y="1968465"/>
                  </a:moveTo>
                  <a:lnTo>
                    <a:pt x="0" y="1960844"/>
                  </a:lnTo>
                  <a:lnTo>
                    <a:pt x="0" y="697333"/>
                  </a:lnTo>
                  <a:lnTo>
                    <a:pt x="7620" y="20320"/>
                  </a:lnTo>
                  <a:lnTo>
                    <a:pt x="1176825" y="0"/>
                  </a:lnTo>
                  <a:lnTo>
                    <a:pt x="2335570" y="889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AU"/>
            </a:p>
          </p:txBody>
        </p:sp>
        <p:sp>
          <p:nvSpPr>
            <p:cNvPr id="17575" name="Freeform 10">
              <a:extLst>
                <a:ext uri="{FF2B5EF4-FFF2-40B4-BE49-F238E27FC236}">
                  <a16:creationId xmlns:a16="http://schemas.microsoft.com/office/drawing/2014/main" id="{8D62CE27-427D-DF89-BF5A-5E4345532C5D}"/>
                </a:ext>
              </a:extLst>
            </p:cNvPr>
            <p:cNvSpPr/>
            <p:nvPr/>
          </p:nvSpPr>
          <p:spPr>
            <a:xfrm>
              <a:off x="-215" y="0"/>
              <a:ext cx="2381504" cy="1994429"/>
            </a:xfrm>
            <a:custGeom>
              <a:avLst/>
              <a:gdLst/>
              <a:ahLst/>
              <a:cxnLst/>
              <a:rect l="l" t="t" r="r" b="b"/>
              <a:pathLst>
                <a:path w="2381504" h="1994429">
                  <a:moveTo>
                    <a:pt x="2348485" y="21590"/>
                  </a:moveTo>
                  <a:cubicBezTo>
                    <a:pt x="2349755" y="34290"/>
                    <a:pt x="2349755" y="44450"/>
                    <a:pt x="2351025" y="55077"/>
                  </a:cubicBezTo>
                  <a:cubicBezTo>
                    <a:pt x="2353565" y="95410"/>
                    <a:pt x="2354835" y="137236"/>
                    <a:pt x="2357375" y="177569"/>
                  </a:cubicBezTo>
                  <a:cubicBezTo>
                    <a:pt x="2357375" y="235827"/>
                    <a:pt x="2370075" y="1384559"/>
                    <a:pt x="2376425" y="1442817"/>
                  </a:cubicBezTo>
                  <a:cubicBezTo>
                    <a:pt x="2382775" y="1530951"/>
                    <a:pt x="2378965" y="1620579"/>
                    <a:pt x="2378965" y="1708713"/>
                  </a:cubicBezTo>
                  <a:cubicBezTo>
                    <a:pt x="2378965" y="1786390"/>
                    <a:pt x="2380235" y="1858093"/>
                    <a:pt x="2381505" y="1934174"/>
                  </a:cubicBezTo>
                  <a:lnTo>
                    <a:pt x="2381505" y="1993865"/>
                  </a:lnTo>
                  <a:cubicBezTo>
                    <a:pt x="2358645" y="1993865"/>
                    <a:pt x="2338325" y="1995134"/>
                    <a:pt x="2318005" y="1993865"/>
                  </a:cubicBezTo>
                  <a:cubicBezTo>
                    <a:pt x="2201973" y="1988784"/>
                    <a:pt x="2082950" y="1995134"/>
                    <a:pt x="1965730" y="1990054"/>
                  </a:cubicBezTo>
                  <a:cubicBezTo>
                    <a:pt x="1895398" y="1986244"/>
                    <a:pt x="1826869" y="1988784"/>
                    <a:pt x="1756537" y="1986244"/>
                  </a:cubicBezTo>
                  <a:lnTo>
                    <a:pt x="1659154" y="1982434"/>
                  </a:lnTo>
                  <a:cubicBezTo>
                    <a:pt x="1639317" y="1982434"/>
                    <a:pt x="1621283" y="1983704"/>
                    <a:pt x="1601446" y="1983704"/>
                  </a:cubicBezTo>
                  <a:cubicBezTo>
                    <a:pt x="1550951" y="1982434"/>
                    <a:pt x="1412090" y="1983704"/>
                    <a:pt x="1361595" y="1982434"/>
                  </a:cubicBezTo>
                  <a:cubicBezTo>
                    <a:pt x="1325528" y="1981165"/>
                    <a:pt x="604174" y="1990054"/>
                    <a:pt x="568106" y="1988784"/>
                  </a:cubicBezTo>
                  <a:cubicBezTo>
                    <a:pt x="559089" y="1988784"/>
                    <a:pt x="548269" y="1990054"/>
                    <a:pt x="539252" y="1990054"/>
                  </a:cubicBezTo>
                  <a:cubicBezTo>
                    <a:pt x="517611" y="1990054"/>
                    <a:pt x="497774" y="1991324"/>
                    <a:pt x="476133" y="1991324"/>
                  </a:cubicBezTo>
                  <a:cubicBezTo>
                    <a:pt x="422032" y="1991324"/>
                    <a:pt x="369733" y="1990054"/>
                    <a:pt x="315632" y="1988784"/>
                  </a:cubicBezTo>
                  <a:cubicBezTo>
                    <a:pt x="283171" y="1987515"/>
                    <a:pt x="250710" y="1986244"/>
                    <a:pt x="220052" y="1984974"/>
                  </a:cubicBezTo>
                  <a:cubicBezTo>
                    <a:pt x="162344" y="1983704"/>
                    <a:pt x="104636" y="1982434"/>
                    <a:pt x="45124" y="1982434"/>
                  </a:cubicBezTo>
                  <a:cubicBezTo>
                    <a:pt x="34505" y="1982434"/>
                    <a:pt x="25615" y="1982434"/>
                    <a:pt x="15455" y="1981165"/>
                  </a:cubicBezTo>
                  <a:cubicBezTo>
                    <a:pt x="6565" y="1979894"/>
                    <a:pt x="1485" y="1973544"/>
                    <a:pt x="4025" y="1964654"/>
                  </a:cubicBezTo>
                  <a:cubicBezTo>
                    <a:pt x="12915" y="1932783"/>
                    <a:pt x="9105" y="1895438"/>
                    <a:pt x="7835" y="1856599"/>
                  </a:cubicBezTo>
                  <a:cubicBezTo>
                    <a:pt x="6565" y="1777428"/>
                    <a:pt x="2755" y="1699750"/>
                    <a:pt x="4025" y="1620579"/>
                  </a:cubicBezTo>
                  <a:cubicBezTo>
                    <a:pt x="1485" y="1521988"/>
                    <a:pt x="-3595" y="301554"/>
                    <a:pt x="4025" y="201470"/>
                  </a:cubicBezTo>
                  <a:cubicBezTo>
                    <a:pt x="5295" y="182050"/>
                    <a:pt x="4025" y="161137"/>
                    <a:pt x="5295" y="141718"/>
                  </a:cubicBezTo>
                  <a:cubicBezTo>
                    <a:pt x="6565" y="110348"/>
                    <a:pt x="9105" y="75991"/>
                    <a:pt x="10375" y="44450"/>
                  </a:cubicBezTo>
                  <a:cubicBezTo>
                    <a:pt x="10375" y="41910"/>
                    <a:pt x="11645" y="39370"/>
                    <a:pt x="12915" y="38100"/>
                  </a:cubicBezTo>
                  <a:cubicBezTo>
                    <a:pt x="34505" y="35560"/>
                    <a:pt x="59551" y="30480"/>
                    <a:pt x="88405" y="29210"/>
                  </a:cubicBezTo>
                  <a:cubicBezTo>
                    <a:pt x="137097" y="25400"/>
                    <a:pt x="185788" y="22860"/>
                    <a:pt x="236283" y="20320"/>
                  </a:cubicBezTo>
                  <a:cubicBezTo>
                    <a:pt x="270547" y="17780"/>
                    <a:pt x="304811" y="16510"/>
                    <a:pt x="337272" y="13970"/>
                  </a:cubicBezTo>
                  <a:cubicBezTo>
                    <a:pt x="369733" y="11430"/>
                    <a:pt x="403998" y="8890"/>
                    <a:pt x="436459" y="8890"/>
                  </a:cubicBezTo>
                  <a:cubicBezTo>
                    <a:pt x="472526" y="7620"/>
                    <a:pt x="508594" y="10160"/>
                    <a:pt x="544662" y="8890"/>
                  </a:cubicBezTo>
                  <a:cubicBezTo>
                    <a:pt x="589746" y="8890"/>
                    <a:pt x="1406680" y="6350"/>
                    <a:pt x="1451765" y="5080"/>
                  </a:cubicBezTo>
                  <a:cubicBezTo>
                    <a:pt x="1495046" y="3810"/>
                    <a:pt x="1538327" y="2540"/>
                    <a:pt x="1583412" y="2540"/>
                  </a:cubicBezTo>
                  <a:cubicBezTo>
                    <a:pt x="1657351" y="1270"/>
                    <a:pt x="1729486" y="0"/>
                    <a:pt x="1803425" y="0"/>
                  </a:cubicBezTo>
                  <a:cubicBezTo>
                    <a:pt x="1834083" y="0"/>
                    <a:pt x="1866544" y="2540"/>
                    <a:pt x="1897201" y="2540"/>
                  </a:cubicBezTo>
                  <a:cubicBezTo>
                    <a:pt x="1981960" y="3810"/>
                    <a:pt x="2068523" y="5080"/>
                    <a:pt x="2153282" y="7620"/>
                  </a:cubicBezTo>
                  <a:cubicBezTo>
                    <a:pt x="2198366" y="8890"/>
                    <a:pt x="2243451" y="12700"/>
                    <a:pt x="2288536" y="16510"/>
                  </a:cubicBezTo>
                  <a:lnTo>
                    <a:pt x="2318005" y="16510"/>
                  </a:lnTo>
                  <a:cubicBezTo>
                    <a:pt x="2329435" y="17780"/>
                    <a:pt x="2338325" y="20320"/>
                    <a:pt x="2348485" y="21590"/>
                  </a:cubicBezTo>
                  <a:close/>
                  <a:moveTo>
                    <a:pt x="2358645" y="1977354"/>
                  </a:moveTo>
                  <a:cubicBezTo>
                    <a:pt x="2359915" y="1960844"/>
                    <a:pt x="2361185" y="1948144"/>
                    <a:pt x="2361185" y="1935444"/>
                  </a:cubicBezTo>
                  <a:cubicBezTo>
                    <a:pt x="2359915" y="1850624"/>
                    <a:pt x="2358645" y="1771453"/>
                    <a:pt x="2358645" y="1686306"/>
                  </a:cubicBezTo>
                  <a:cubicBezTo>
                    <a:pt x="2358645" y="1647467"/>
                    <a:pt x="2361185" y="1608628"/>
                    <a:pt x="2359915" y="1569790"/>
                  </a:cubicBezTo>
                  <a:cubicBezTo>
                    <a:pt x="2359915" y="1533938"/>
                    <a:pt x="2358645" y="1496593"/>
                    <a:pt x="2357375" y="1460742"/>
                  </a:cubicBezTo>
                  <a:cubicBezTo>
                    <a:pt x="2352295" y="1405472"/>
                    <a:pt x="2340865" y="261222"/>
                    <a:pt x="2340865" y="205951"/>
                  </a:cubicBezTo>
                  <a:cubicBezTo>
                    <a:pt x="2338325" y="159643"/>
                    <a:pt x="2335785" y="111842"/>
                    <a:pt x="2333245" y="65534"/>
                  </a:cubicBezTo>
                  <a:cubicBezTo>
                    <a:pt x="2331975" y="44450"/>
                    <a:pt x="2330705" y="43180"/>
                    <a:pt x="2313783" y="41910"/>
                  </a:cubicBezTo>
                  <a:cubicBezTo>
                    <a:pt x="2308373" y="41910"/>
                    <a:pt x="2304766" y="41910"/>
                    <a:pt x="2299356" y="40640"/>
                  </a:cubicBezTo>
                  <a:cubicBezTo>
                    <a:pt x="2254271" y="36830"/>
                    <a:pt x="2207383" y="31750"/>
                    <a:pt x="2162299" y="30480"/>
                  </a:cubicBezTo>
                  <a:cubicBezTo>
                    <a:pt x="2052292" y="26670"/>
                    <a:pt x="1940482" y="25400"/>
                    <a:pt x="1830476" y="22860"/>
                  </a:cubicBezTo>
                  <a:lnTo>
                    <a:pt x="1700632" y="22860"/>
                  </a:lnTo>
                  <a:cubicBezTo>
                    <a:pt x="1642924" y="22860"/>
                    <a:pt x="1585215" y="22860"/>
                    <a:pt x="1529310" y="24130"/>
                  </a:cubicBezTo>
                  <a:cubicBezTo>
                    <a:pt x="1480619" y="25400"/>
                    <a:pt x="660078" y="29210"/>
                    <a:pt x="611387" y="29210"/>
                  </a:cubicBezTo>
                  <a:cubicBezTo>
                    <a:pt x="532038" y="29210"/>
                    <a:pt x="452689" y="26670"/>
                    <a:pt x="373340" y="33020"/>
                  </a:cubicBezTo>
                  <a:cubicBezTo>
                    <a:pt x="331862" y="36830"/>
                    <a:pt x="292188" y="36830"/>
                    <a:pt x="252513" y="38100"/>
                  </a:cubicBezTo>
                  <a:cubicBezTo>
                    <a:pt x="183985" y="41910"/>
                    <a:pt x="115456" y="45720"/>
                    <a:pt x="46927" y="50800"/>
                  </a:cubicBezTo>
                  <a:cubicBezTo>
                    <a:pt x="33235" y="50800"/>
                    <a:pt x="30695" y="53584"/>
                    <a:pt x="29425" y="71509"/>
                  </a:cubicBezTo>
                  <a:cubicBezTo>
                    <a:pt x="28155" y="98398"/>
                    <a:pt x="28155" y="125286"/>
                    <a:pt x="26885" y="152174"/>
                  </a:cubicBezTo>
                  <a:cubicBezTo>
                    <a:pt x="25615" y="196988"/>
                    <a:pt x="23075" y="240308"/>
                    <a:pt x="21805" y="285122"/>
                  </a:cubicBezTo>
                  <a:cubicBezTo>
                    <a:pt x="16725" y="332924"/>
                    <a:pt x="23075" y="1501075"/>
                    <a:pt x="25615" y="1548876"/>
                  </a:cubicBezTo>
                  <a:cubicBezTo>
                    <a:pt x="25615" y="1599666"/>
                    <a:pt x="25615" y="1651949"/>
                    <a:pt x="26885" y="1702738"/>
                  </a:cubicBezTo>
                  <a:cubicBezTo>
                    <a:pt x="26885" y="1740083"/>
                    <a:pt x="29425" y="1777428"/>
                    <a:pt x="29425" y="1814773"/>
                  </a:cubicBezTo>
                  <a:cubicBezTo>
                    <a:pt x="29425" y="1855105"/>
                    <a:pt x="29425" y="1895438"/>
                    <a:pt x="28155" y="1935444"/>
                  </a:cubicBezTo>
                  <a:lnTo>
                    <a:pt x="28155" y="1945604"/>
                  </a:lnTo>
                  <a:cubicBezTo>
                    <a:pt x="28155" y="1955765"/>
                    <a:pt x="31965" y="1959575"/>
                    <a:pt x="40855" y="1959575"/>
                  </a:cubicBezTo>
                  <a:cubicBezTo>
                    <a:pt x="63158" y="1959575"/>
                    <a:pt x="88405" y="1960844"/>
                    <a:pt x="111849" y="1960844"/>
                  </a:cubicBezTo>
                  <a:cubicBezTo>
                    <a:pt x="146114" y="1960844"/>
                    <a:pt x="182181" y="1958304"/>
                    <a:pt x="216446" y="1960844"/>
                  </a:cubicBezTo>
                  <a:cubicBezTo>
                    <a:pt x="272351" y="1964654"/>
                    <a:pt x="328255" y="1967194"/>
                    <a:pt x="384160" y="1965925"/>
                  </a:cubicBezTo>
                  <a:cubicBezTo>
                    <a:pt x="420228" y="1964654"/>
                    <a:pt x="454493" y="1967194"/>
                    <a:pt x="490560" y="1967194"/>
                  </a:cubicBezTo>
                  <a:cubicBezTo>
                    <a:pt x="542858" y="1967194"/>
                    <a:pt x="595157" y="1965925"/>
                    <a:pt x="647455" y="1967194"/>
                  </a:cubicBezTo>
                  <a:cubicBezTo>
                    <a:pt x="725000" y="1968465"/>
                    <a:pt x="1576198" y="1958304"/>
                    <a:pt x="1655547" y="1960844"/>
                  </a:cubicBezTo>
                  <a:cubicBezTo>
                    <a:pt x="1689812" y="1962115"/>
                    <a:pt x="1724076" y="1963385"/>
                    <a:pt x="1756537" y="1963385"/>
                  </a:cubicBezTo>
                  <a:cubicBezTo>
                    <a:pt x="1816049" y="1965925"/>
                    <a:pt x="1873757" y="1962115"/>
                    <a:pt x="1933269" y="1965925"/>
                  </a:cubicBezTo>
                  <a:cubicBezTo>
                    <a:pt x="1981960" y="1968465"/>
                    <a:pt x="2030652" y="1968465"/>
                    <a:pt x="2079343" y="1971004"/>
                  </a:cubicBezTo>
                  <a:cubicBezTo>
                    <a:pt x="2151478" y="1974815"/>
                    <a:pt x="2223614" y="1977354"/>
                    <a:pt x="2295749" y="1978625"/>
                  </a:cubicBezTo>
                  <a:cubicBezTo>
                    <a:pt x="2320545" y="1978625"/>
                    <a:pt x="2338325" y="1977354"/>
                    <a:pt x="2358645" y="1977354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17576" name="Group 11">
            <a:extLst>
              <a:ext uri="{FF2B5EF4-FFF2-40B4-BE49-F238E27FC236}">
                <a16:creationId xmlns:a16="http://schemas.microsoft.com/office/drawing/2014/main" id="{85E4790D-E24A-A6F9-AAE1-C33F331B935D}"/>
              </a:ext>
            </a:extLst>
          </p:cNvPr>
          <p:cNvGrpSpPr/>
          <p:nvPr/>
        </p:nvGrpSpPr>
        <p:grpSpPr>
          <a:xfrm>
            <a:off x="1101973" y="3331033"/>
            <a:ext cx="2558044" cy="507943"/>
            <a:chOff x="0" y="0"/>
            <a:chExt cx="1875062" cy="372326"/>
          </a:xfrm>
        </p:grpSpPr>
        <p:sp>
          <p:nvSpPr>
            <p:cNvPr id="17577" name="Freeform 12">
              <a:extLst>
                <a:ext uri="{FF2B5EF4-FFF2-40B4-BE49-F238E27FC236}">
                  <a16:creationId xmlns:a16="http://schemas.microsoft.com/office/drawing/2014/main" id="{3EA13AA4-1658-3CC3-F1BB-18845ED1B02C}"/>
                </a:ext>
              </a:extLst>
            </p:cNvPr>
            <p:cNvSpPr/>
            <p:nvPr/>
          </p:nvSpPr>
          <p:spPr>
            <a:xfrm>
              <a:off x="39990" y="45156"/>
              <a:ext cx="1835072" cy="326465"/>
            </a:xfrm>
            <a:custGeom>
              <a:avLst/>
              <a:gdLst/>
              <a:ahLst/>
              <a:cxnLst/>
              <a:rect l="l" t="t" r="r" b="b"/>
              <a:pathLst>
                <a:path w="1835072" h="326465">
                  <a:moveTo>
                    <a:pt x="650" y="296690"/>
                  </a:moveTo>
                  <a:cubicBezTo>
                    <a:pt x="-1890" y="305580"/>
                    <a:pt x="3190" y="311930"/>
                    <a:pt x="12782" y="313200"/>
                  </a:cubicBezTo>
                  <a:cubicBezTo>
                    <a:pt x="23760" y="314470"/>
                    <a:pt x="33365" y="314470"/>
                    <a:pt x="44344" y="314470"/>
                  </a:cubicBezTo>
                  <a:cubicBezTo>
                    <a:pt x="88256" y="315740"/>
                    <a:pt x="132168" y="315740"/>
                    <a:pt x="177453" y="317010"/>
                  </a:cubicBezTo>
                  <a:cubicBezTo>
                    <a:pt x="202154" y="318280"/>
                    <a:pt x="226854" y="319550"/>
                    <a:pt x="250183" y="320820"/>
                  </a:cubicBezTo>
                  <a:cubicBezTo>
                    <a:pt x="291351" y="322090"/>
                    <a:pt x="331146" y="322090"/>
                    <a:pt x="372314" y="323360"/>
                  </a:cubicBezTo>
                  <a:cubicBezTo>
                    <a:pt x="388781" y="323360"/>
                    <a:pt x="403876" y="323360"/>
                    <a:pt x="420343" y="322090"/>
                  </a:cubicBezTo>
                  <a:cubicBezTo>
                    <a:pt x="427205" y="322090"/>
                    <a:pt x="435438" y="320820"/>
                    <a:pt x="442300" y="320820"/>
                  </a:cubicBezTo>
                  <a:cubicBezTo>
                    <a:pt x="469745" y="322090"/>
                    <a:pt x="1018650" y="313200"/>
                    <a:pt x="1046095" y="314470"/>
                  </a:cubicBezTo>
                  <a:cubicBezTo>
                    <a:pt x="1084518" y="315740"/>
                    <a:pt x="1190182" y="315740"/>
                    <a:pt x="1228606" y="315740"/>
                  </a:cubicBezTo>
                  <a:cubicBezTo>
                    <a:pt x="1243701" y="315740"/>
                    <a:pt x="1257423" y="314470"/>
                    <a:pt x="1272518" y="314470"/>
                  </a:cubicBezTo>
                  <a:lnTo>
                    <a:pt x="1346620" y="318280"/>
                  </a:lnTo>
                  <a:cubicBezTo>
                    <a:pt x="1400138" y="320820"/>
                    <a:pt x="1452284" y="318280"/>
                    <a:pt x="1505802" y="322090"/>
                  </a:cubicBezTo>
                  <a:cubicBezTo>
                    <a:pt x="1595000" y="327170"/>
                    <a:pt x="1685569" y="320820"/>
                    <a:pt x="1771572" y="325900"/>
                  </a:cubicBezTo>
                  <a:cubicBezTo>
                    <a:pt x="1791892" y="327170"/>
                    <a:pt x="1812212" y="325900"/>
                    <a:pt x="1835072" y="325900"/>
                  </a:cubicBezTo>
                  <a:lnTo>
                    <a:pt x="1835072" y="266210"/>
                  </a:lnTo>
                  <a:cubicBezTo>
                    <a:pt x="1833802" y="232458"/>
                    <a:pt x="1832532" y="223660"/>
                    <a:pt x="1832532" y="214312"/>
                  </a:cubicBezTo>
                  <a:cubicBezTo>
                    <a:pt x="1832532" y="203497"/>
                    <a:pt x="1836342" y="192499"/>
                    <a:pt x="1829992" y="181685"/>
                  </a:cubicBezTo>
                  <a:cubicBezTo>
                    <a:pt x="1822372" y="174536"/>
                    <a:pt x="1810942" y="33580"/>
                    <a:pt x="1810942" y="26431"/>
                  </a:cubicBezTo>
                  <a:cubicBezTo>
                    <a:pt x="1808402" y="21482"/>
                    <a:pt x="1807132" y="16350"/>
                    <a:pt x="1804592" y="11401"/>
                  </a:cubicBezTo>
                  <a:cubicBezTo>
                    <a:pt x="1804592" y="9934"/>
                    <a:pt x="1803322" y="8468"/>
                    <a:pt x="1802052" y="5644"/>
                  </a:cubicBezTo>
                  <a:cubicBezTo>
                    <a:pt x="1791892" y="3104"/>
                    <a:pt x="1783002" y="1834"/>
                    <a:pt x="1772842" y="564"/>
                  </a:cubicBezTo>
                  <a:cubicBezTo>
                    <a:pt x="1765222" y="-706"/>
                    <a:pt x="1757602" y="564"/>
                    <a:pt x="1751252" y="564"/>
                  </a:cubicBezTo>
                  <a:lnTo>
                    <a:pt x="5920" y="5644"/>
                  </a:lnTo>
                  <a:lnTo>
                    <a:pt x="650" y="296690"/>
                  </a:lnTo>
                  <a:close/>
                </a:path>
              </a:pathLst>
            </a:custGeom>
            <a:solidFill>
              <a:srgbClr val="FCFCF8"/>
            </a:solidFill>
          </p:spPr>
          <p:txBody>
            <a:bodyPr/>
            <a:lstStyle/>
            <a:p>
              <a:endParaRPr lang="en-AU"/>
            </a:p>
          </p:txBody>
        </p:sp>
        <p:sp>
          <p:nvSpPr>
            <p:cNvPr id="17578" name="Freeform 13">
              <a:extLst>
                <a:ext uri="{FF2B5EF4-FFF2-40B4-BE49-F238E27FC236}">
                  <a16:creationId xmlns:a16="http://schemas.microsoft.com/office/drawing/2014/main" id="{AB83D7A1-3578-6E86-35F7-98AE5D4ECE0A}"/>
                </a:ext>
              </a:extLst>
            </p:cNvPr>
            <p:cNvSpPr/>
            <p:nvPr/>
          </p:nvSpPr>
          <p:spPr>
            <a:xfrm>
              <a:off x="11430" y="16510"/>
              <a:ext cx="1814102" cy="317716"/>
            </a:xfrm>
            <a:custGeom>
              <a:avLst/>
              <a:gdLst/>
              <a:ahLst/>
              <a:cxnLst/>
              <a:rect l="l" t="t" r="r" b="b"/>
              <a:pathLst>
                <a:path w="1814102" h="317716">
                  <a:moveTo>
                    <a:pt x="1814102" y="317716"/>
                  </a:moveTo>
                  <a:lnTo>
                    <a:pt x="0" y="310096"/>
                  </a:lnTo>
                  <a:lnTo>
                    <a:pt x="0" y="116665"/>
                  </a:lnTo>
                  <a:lnTo>
                    <a:pt x="7620" y="20320"/>
                  </a:lnTo>
                  <a:lnTo>
                    <a:pt x="903122" y="0"/>
                  </a:lnTo>
                  <a:lnTo>
                    <a:pt x="1792512" y="8890"/>
                  </a:lnTo>
                  <a:close/>
                </a:path>
              </a:pathLst>
            </a:custGeom>
            <a:solidFill>
              <a:srgbClr val="9CF2FE"/>
            </a:solidFill>
          </p:spPr>
          <p:txBody>
            <a:bodyPr/>
            <a:lstStyle/>
            <a:p>
              <a:endParaRPr lang="en-AU"/>
            </a:p>
          </p:txBody>
        </p:sp>
        <p:sp>
          <p:nvSpPr>
            <p:cNvPr id="17579" name="Freeform 14">
              <a:extLst>
                <a:ext uri="{FF2B5EF4-FFF2-40B4-BE49-F238E27FC236}">
                  <a16:creationId xmlns:a16="http://schemas.microsoft.com/office/drawing/2014/main" id="{F2705823-23C2-B82F-0CD9-C274FE545AE2}"/>
                </a:ext>
              </a:extLst>
            </p:cNvPr>
            <p:cNvSpPr/>
            <p:nvPr/>
          </p:nvSpPr>
          <p:spPr>
            <a:xfrm>
              <a:off x="-215" y="0"/>
              <a:ext cx="1838447" cy="343680"/>
            </a:xfrm>
            <a:custGeom>
              <a:avLst/>
              <a:gdLst/>
              <a:ahLst/>
              <a:cxnLst/>
              <a:rect l="l" t="t" r="r" b="b"/>
              <a:pathLst>
                <a:path w="1838447" h="343680">
                  <a:moveTo>
                    <a:pt x="1805427" y="21590"/>
                  </a:moveTo>
                  <a:cubicBezTo>
                    <a:pt x="1806697" y="34290"/>
                    <a:pt x="1806697" y="44450"/>
                    <a:pt x="1807967" y="52341"/>
                  </a:cubicBezTo>
                  <a:cubicBezTo>
                    <a:pt x="1810507" y="57290"/>
                    <a:pt x="1811777" y="62422"/>
                    <a:pt x="1814317" y="67371"/>
                  </a:cubicBezTo>
                  <a:cubicBezTo>
                    <a:pt x="1814317" y="74520"/>
                    <a:pt x="1827017" y="215476"/>
                    <a:pt x="1833367" y="222625"/>
                  </a:cubicBezTo>
                  <a:cubicBezTo>
                    <a:pt x="1839717" y="233439"/>
                    <a:pt x="1835907" y="244437"/>
                    <a:pt x="1835907" y="255252"/>
                  </a:cubicBezTo>
                  <a:cubicBezTo>
                    <a:pt x="1835907" y="264783"/>
                    <a:pt x="1837177" y="273582"/>
                    <a:pt x="1838447" y="283426"/>
                  </a:cubicBezTo>
                  <a:lnTo>
                    <a:pt x="1838447" y="343116"/>
                  </a:lnTo>
                  <a:cubicBezTo>
                    <a:pt x="1815587" y="343116"/>
                    <a:pt x="1795267" y="344386"/>
                    <a:pt x="1774947" y="343116"/>
                  </a:cubicBezTo>
                  <a:cubicBezTo>
                    <a:pt x="1685978" y="338036"/>
                    <a:pt x="1595409" y="344386"/>
                    <a:pt x="1506212" y="339306"/>
                  </a:cubicBezTo>
                  <a:cubicBezTo>
                    <a:pt x="1452694" y="335496"/>
                    <a:pt x="1400548" y="338036"/>
                    <a:pt x="1347029" y="335496"/>
                  </a:cubicBezTo>
                  <a:lnTo>
                    <a:pt x="1272927" y="331686"/>
                  </a:lnTo>
                  <a:cubicBezTo>
                    <a:pt x="1257833" y="331686"/>
                    <a:pt x="1244110" y="332956"/>
                    <a:pt x="1229015" y="332956"/>
                  </a:cubicBezTo>
                  <a:cubicBezTo>
                    <a:pt x="1190592" y="331686"/>
                    <a:pt x="1084927" y="332956"/>
                    <a:pt x="1046504" y="331686"/>
                  </a:cubicBezTo>
                  <a:cubicBezTo>
                    <a:pt x="1019059" y="330416"/>
                    <a:pt x="470154" y="339306"/>
                    <a:pt x="442709" y="338036"/>
                  </a:cubicBezTo>
                  <a:cubicBezTo>
                    <a:pt x="435848" y="338036"/>
                    <a:pt x="427614" y="339306"/>
                    <a:pt x="420753" y="339306"/>
                  </a:cubicBezTo>
                  <a:cubicBezTo>
                    <a:pt x="404286" y="339306"/>
                    <a:pt x="389191" y="340576"/>
                    <a:pt x="372724" y="340576"/>
                  </a:cubicBezTo>
                  <a:cubicBezTo>
                    <a:pt x="331556" y="340576"/>
                    <a:pt x="291760" y="339306"/>
                    <a:pt x="250592" y="338036"/>
                  </a:cubicBezTo>
                  <a:cubicBezTo>
                    <a:pt x="225892" y="336766"/>
                    <a:pt x="201191" y="335496"/>
                    <a:pt x="177862" y="334226"/>
                  </a:cubicBezTo>
                  <a:cubicBezTo>
                    <a:pt x="133950" y="332956"/>
                    <a:pt x="90038" y="331686"/>
                    <a:pt x="44753" y="331686"/>
                  </a:cubicBezTo>
                  <a:cubicBezTo>
                    <a:pt x="34505" y="331686"/>
                    <a:pt x="25615" y="331686"/>
                    <a:pt x="15455" y="330416"/>
                  </a:cubicBezTo>
                  <a:cubicBezTo>
                    <a:pt x="6565" y="329146"/>
                    <a:pt x="1485" y="322796"/>
                    <a:pt x="4025" y="313906"/>
                  </a:cubicBezTo>
                  <a:cubicBezTo>
                    <a:pt x="12915" y="282747"/>
                    <a:pt x="9105" y="278164"/>
                    <a:pt x="7835" y="273398"/>
                  </a:cubicBezTo>
                  <a:cubicBezTo>
                    <a:pt x="6565" y="263684"/>
                    <a:pt x="2755" y="254152"/>
                    <a:pt x="4025" y="244437"/>
                  </a:cubicBezTo>
                  <a:cubicBezTo>
                    <a:pt x="1485" y="232340"/>
                    <a:pt x="-3595" y="82585"/>
                    <a:pt x="4025" y="70304"/>
                  </a:cubicBezTo>
                  <a:cubicBezTo>
                    <a:pt x="5295" y="67921"/>
                    <a:pt x="4025" y="65355"/>
                    <a:pt x="5295" y="62972"/>
                  </a:cubicBezTo>
                  <a:cubicBezTo>
                    <a:pt x="6565" y="59123"/>
                    <a:pt x="9105" y="54907"/>
                    <a:pt x="10375" y="44450"/>
                  </a:cubicBezTo>
                  <a:cubicBezTo>
                    <a:pt x="10375" y="41910"/>
                    <a:pt x="11645" y="39370"/>
                    <a:pt x="12915" y="38100"/>
                  </a:cubicBezTo>
                  <a:cubicBezTo>
                    <a:pt x="34505" y="35560"/>
                    <a:pt x="55731" y="30480"/>
                    <a:pt x="77687" y="29210"/>
                  </a:cubicBezTo>
                  <a:cubicBezTo>
                    <a:pt x="114738" y="25400"/>
                    <a:pt x="151789" y="22860"/>
                    <a:pt x="190213" y="20320"/>
                  </a:cubicBezTo>
                  <a:cubicBezTo>
                    <a:pt x="216286" y="17780"/>
                    <a:pt x="242359" y="16510"/>
                    <a:pt x="267059" y="13970"/>
                  </a:cubicBezTo>
                  <a:cubicBezTo>
                    <a:pt x="291760" y="11430"/>
                    <a:pt x="317833" y="8890"/>
                    <a:pt x="342534" y="8890"/>
                  </a:cubicBezTo>
                  <a:cubicBezTo>
                    <a:pt x="369979" y="7620"/>
                    <a:pt x="397424" y="10160"/>
                    <a:pt x="424870" y="8890"/>
                  </a:cubicBezTo>
                  <a:cubicBezTo>
                    <a:pt x="459176" y="8890"/>
                    <a:pt x="1080811" y="6350"/>
                    <a:pt x="1115117" y="5080"/>
                  </a:cubicBezTo>
                  <a:cubicBezTo>
                    <a:pt x="1148052" y="3810"/>
                    <a:pt x="1180986" y="2540"/>
                    <a:pt x="1215292" y="2540"/>
                  </a:cubicBezTo>
                  <a:cubicBezTo>
                    <a:pt x="1271555" y="1270"/>
                    <a:pt x="1326446" y="0"/>
                    <a:pt x="1382708" y="0"/>
                  </a:cubicBezTo>
                  <a:cubicBezTo>
                    <a:pt x="1406037" y="0"/>
                    <a:pt x="1430737" y="2540"/>
                    <a:pt x="1454066" y="2540"/>
                  </a:cubicBezTo>
                  <a:cubicBezTo>
                    <a:pt x="1518562" y="3810"/>
                    <a:pt x="1584431" y="5080"/>
                    <a:pt x="1648927" y="7620"/>
                  </a:cubicBezTo>
                  <a:cubicBezTo>
                    <a:pt x="1683234" y="8890"/>
                    <a:pt x="1717540" y="12700"/>
                    <a:pt x="1751847" y="16510"/>
                  </a:cubicBezTo>
                  <a:lnTo>
                    <a:pt x="1774947" y="16510"/>
                  </a:lnTo>
                  <a:cubicBezTo>
                    <a:pt x="1786377" y="17780"/>
                    <a:pt x="1795267" y="20320"/>
                    <a:pt x="1805427" y="21590"/>
                  </a:cubicBezTo>
                  <a:close/>
                  <a:moveTo>
                    <a:pt x="1815587" y="326606"/>
                  </a:moveTo>
                  <a:cubicBezTo>
                    <a:pt x="1816857" y="310096"/>
                    <a:pt x="1818127" y="297396"/>
                    <a:pt x="1818127" y="284696"/>
                  </a:cubicBezTo>
                  <a:cubicBezTo>
                    <a:pt x="1816857" y="272665"/>
                    <a:pt x="1815587" y="262950"/>
                    <a:pt x="1815587" y="252502"/>
                  </a:cubicBezTo>
                  <a:cubicBezTo>
                    <a:pt x="1815587" y="247737"/>
                    <a:pt x="1818127" y="242971"/>
                    <a:pt x="1816857" y="238205"/>
                  </a:cubicBezTo>
                  <a:cubicBezTo>
                    <a:pt x="1816857" y="233806"/>
                    <a:pt x="1815587" y="229224"/>
                    <a:pt x="1814317" y="224824"/>
                  </a:cubicBezTo>
                  <a:cubicBezTo>
                    <a:pt x="1809237" y="218042"/>
                    <a:pt x="1797807" y="77636"/>
                    <a:pt x="1797807" y="70854"/>
                  </a:cubicBezTo>
                  <a:cubicBezTo>
                    <a:pt x="1795267" y="65172"/>
                    <a:pt x="1792727" y="59306"/>
                    <a:pt x="1790187" y="53624"/>
                  </a:cubicBezTo>
                  <a:cubicBezTo>
                    <a:pt x="1788917" y="44450"/>
                    <a:pt x="1787647" y="43180"/>
                    <a:pt x="1771058" y="41910"/>
                  </a:cubicBezTo>
                  <a:cubicBezTo>
                    <a:pt x="1766942" y="41910"/>
                    <a:pt x="1764197" y="41910"/>
                    <a:pt x="1760080" y="40640"/>
                  </a:cubicBezTo>
                  <a:cubicBezTo>
                    <a:pt x="1725774" y="36830"/>
                    <a:pt x="1690095" y="31750"/>
                    <a:pt x="1655788" y="30480"/>
                  </a:cubicBezTo>
                  <a:cubicBezTo>
                    <a:pt x="1572080" y="26670"/>
                    <a:pt x="1487000" y="25400"/>
                    <a:pt x="1403292" y="22860"/>
                  </a:cubicBezTo>
                  <a:lnTo>
                    <a:pt x="1304489" y="22860"/>
                  </a:lnTo>
                  <a:cubicBezTo>
                    <a:pt x="1260577" y="22860"/>
                    <a:pt x="1216665" y="22860"/>
                    <a:pt x="1174125" y="24130"/>
                  </a:cubicBezTo>
                  <a:cubicBezTo>
                    <a:pt x="1137073" y="25400"/>
                    <a:pt x="512694" y="29210"/>
                    <a:pt x="475643" y="29210"/>
                  </a:cubicBezTo>
                  <a:cubicBezTo>
                    <a:pt x="415264" y="29210"/>
                    <a:pt x="354884" y="26670"/>
                    <a:pt x="294505" y="33020"/>
                  </a:cubicBezTo>
                  <a:cubicBezTo>
                    <a:pt x="262943" y="36830"/>
                    <a:pt x="232753" y="36830"/>
                    <a:pt x="202563" y="38100"/>
                  </a:cubicBezTo>
                  <a:cubicBezTo>
                    <a:pt x="150417" y="41910"/>
                    <a:pt x="98271" y="45720"/>
                    <a:pt x="46125" y="50800"/>
                  </a:cubicBezTo>
                  <a:cubicBezTo>
                    <a:pt x="33235" y="50800"/>
                    <a:pt x="30695" y="52157"/>
                    <a:pt x="29425" y="54357"/>
                  </a:cubicBezTo>
                  <a:cubicBezTo>
                    <a:pt x="28155" y="57656"/>
                    <a:pt x="28155" y="60956"/>
                    <a:pt x="26885" y="64255"/>
                  </a:cubicBezTo>
                  <a:cubicBezTo>
                    <a:pt x="25615" y="69754"/>
                    <a:pt x="23075" y="75070"/>
                    <a:pt x="21805" y="80569"/>
                  </a:cubicBezTo>
                  <a:cubicBezTo>
                    <a:pt x="16725" y="86434"/>
                    <a:pt x="23075" y="229773"/>
                    <a:pt x="25615" y="235639"/>
                  </a:cubicBezTo>
                  <a:cubicBezTo>
                    <a:pt x="25615" y="241871"/>
                    <a:pt x="25615" y="248287"/>
                    <a:pt x="26885" y="254519"/>
                  </a:cubicBezTo>
                  <a:cubicBezTo>
                    <a:pt x="26885" y="259101"/>
                    <a:pt x="29425" y="263684"/>
                    <a:pt x="29425" y="268266"/>
                  </a:cubicBezTo>
                  <a:cubicBezTo>
                    <a:pt x="29425" y="273215"/>
                    <a:pt x="29425" y="278164"/>
                    <a:pt x="28155" y="284696"/>
                  </a:cubicBezTo>
                  <a:lnTo>
                    <a:pt x="28155" y="294856"/>
                  </a:lnTo>
                  <a:cubicBezTo>
                    <a:pt x="28155" y="305016"/>
                    <a:pt x="31965" y="308826"/>
                    <a:pt x="40855" y="308826"/>
                  </a:cubicBezTo>
                  <a:cubicBezTo>
                    <a:pt x="58476" y="308826"/>
                    <a:pt x="77687" y="310096"/>
                    <a:pt x="95527" y="310096"/>
                  </a:cubicBezTo>
                  <a:cubicBezTo>
                    <a:pt x="121600" y="310096"/>
                    <a:pt x="149045" y="307556"/>
                    <a:pt x="175118" y="310096"/>
                  </a:cubicBezTo>
                  <a:cubicBezTo>
                    <a:pt x="217658" y="313906"/>
                    <a:pt x="260198" y="316446"/>
                    <a:pt x="302738" y="315176"/>
                  </a:cubicBezTo>
                  <a:cubicBezTo>
                    <a:pt x="330183" y="313906"/>
                    <a:pt x="356256" y="316446"/>
                    <a:pt x="383702" y="316446"/>
                  </a:cubicBezTo>
                  <a:cubicBezTo>
                    <a:pt x="423497" y="316446"/>
                    <a:pt x="463293" y="315176"/>
                    <a:pt x="503088" y="316446"/>
                  </a:cubicBezTo>
                  <a:cubicBezTo>
                    <a:pt x="562096" y="317716"/>
                    <a:pt x="1209803" y="307556"/>
                    <a:pt x="1270183" y="310096"/>
                  </a:cubicBezTo>
                  <a:cubicBezTo>
                    <a:pt x="1296256" y="311366"/>
                    <a:pt x="1322329" y="312636"/>
                    <a:pt x="1347029" y="312636"/>
                  </a:cubicBezTo>
                  <a:cubicBezTo>
                    <a:pt x="1392314" y="315176"/>
                    <a:pt x="1436227" y="311366"/>
                    <a:pt x="1481511" y="315176"/>
                  </a:cubicBezTo>
                  <a:cubicBezTo>
                    <a:pt x="1518562" y="317716"/>
                    <a:pt x="1555613" y="317716"/>
                    <a:pt x="1592664" y="320256"/>
                  </a:cubicBezTo>
                  <a:cubicBezTo>
                    <a:pt x="1647555" y="324066"/>
                    <a:pt x="1702445" y="326606"/>
                    <a:pt x="1757336" y="327876"/>
                  </a:cubicBezTo>
                  <a:cubicBezTo>
                    <a:pt x="1777487" y="327876"/>
                    <a:pt x="1795267" y="326606"/>
                    <a:pt x="1815587" y="326606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17580" name="Group 15">
            <a:extLst>
              <a:ext uri="{FF2B5EF4-FFF2-40B4-BE49-F238E27FC236}">
                <a16:creationId xmlns:a16="http://schemas.microsoft.com/office/drawing/2014/main" id="{B98FABBE-339A-CCAE-2921-37161F78F5EB}"/>
              </a:ext>
            </a:extLst>
          </p:cNvPr>
          <p:cNvGrpSpPr/>
          <p:nvPr/>
        </p:nvGrpSpPr>
        <p:grpSpPr>
          <a:xfrm>
            <a:off x="4903974" y="3292390"/>
            <a:ext cx="2558044" cy="507943"/>
            <a:chOff x="0" y="0"/>
            <a:chExt cx="1875062" cy="372326"/>
          </a:xfrm>
        </p:grpSpPr>
        <p:sp>
          <p:nvSpPr>
            <p:cNvPr id="17581" name="Freeform 16">
              <a:extLst>
                <a:ext uri="{FF2B5EF4-FFF2-40B4-BE49-F238E27FC236}">
                  <a16:creationId xmlns:a16="http://schemas.microsoft.com/office/drawing/2014/main" id="{7EA386E7-29DE-7646-5E78-725FCC69D39A}"/>
                </a:ext>
              </a:extLst>
            </p:cNvPr>
            <p:cNvSpPr/>
            <p:nvPr/>
          </p:nvSpPr>
          <p:spPr>
            <a:xfrm>
              <a:off x="39990" y="45156"/>
              <a:ext cx="1835072" cy="326465"/>
            </a:xfrm>
            <a:custGeom>
              <a:avLst/>
              <a:gdLst/>
              <a:ahLst/>
              <a:cxnLst/>
              <a:rect l="l" t="t" r="r" b="b"/>
              <a:pathLst>
                <a:path w="1835072" h="326465">
                  <a:moveTo>
                    <a:pt x="650" y="296690"/>
                  </a:moveTo>
                  <a:cubicBezTo>
                    <a:pt x="-1890" y="305580"/>
                    <a:pt x="3190" y="311930"/>
                    <a:pt x="12782" y="313200"/>
                  </a:cubicBezTo>
                  <a:cubicBezTo>
                    <a:pt x="23760" y="314470"/>
                    <a:pt x="33365" y="314470"/>
                    <a:pt x="44344" y="314470"/>
                  </a:cubicBezTo>
                  <a:cubicBezTo>
                    <a:pt x="88256" y="315740"/>
                    <a:pt x="132168" y="315740"/>
                    <a:pt x="177453" y="317010"/>
                  </a:cubicBezTo>
                  <a:cubicBezTo>
                    <a:pt x="202154" y="318280"/>
                    <a:pt x="226854" y="319550"/>
                    <a:pt x="250183" y="320820"/>
                  </a:cubicBezTo>
                  <a:cubicBezTo>
                    <a:pt x="291351" y="322090"/>
                    <a:pt x="331146" y="322090"/>
                    <a:pt x="372314" y="323360"/>
                  </a:cubicBezTo>
                  <a:cubicBezTo>
                    <a:pt x="388781" y="323360"/>
                    <a:pt x="403876" y="323360"/>
                    <a:pt x="420343" y="322090"/>
                  </a:cubicBezTo>
                  <a:cubicBezTo>
                    <a:pt x="427205" y="322090"/>
                    <a:pt x="435438" y="320820"/>
                    <a:pt x="442300" y="320820"/>
                  </a:cubicBezTo>
                  <a:cubicBezTo>
                    <a:pt x="469745" y="322090"/>
                    <a:pt x="1018650" y="313200"/>
                    <a:pt x="1046095" y="314470"/>
                  </a:cubicBezTo>
                  <a:cubicBezTo>
                    <a:pt x="1084518" y="315740"/>
                    <a:pt x="1190182" y="315740"/>
                    <a:pt x="1228606" y="315740"/>
                  </a:cubicBezTo>
                  <a:cubicBezTo>
                    <a:pt x="1243701" y="315740"/>
                    <a:pt x="1257423" y="314470"/>
                    <a:pt x="1272518" y="314470"/>
                  </a:cubicBezTo>
                  <a:lnTo>
                    <a:pt x="1346620" y="318280"/>
                  </a:lnTo>
                  <a:cubicBezTo>
                    <a:pt x="1400138" y="320820"/>
                    <a:pt x="1452284" y="318280"/>
                    <a:pt x="1505802" y="322090"/>
                  </a:cubicBezTo>
                  <a:cubicBezTo>
                    <a:pt x="1595000" y="327170"/>
                    <a:pt x="1685569" y="320820"/>
                    <a:pt x="1771572" y="325900"/>
                  </a:cubicBezTo>
                  <a:cubicBezTo>
                    <a:pt x="1791892" y="327170"/>
                    <a:pt x="1812212" y="325900"/>
                    <a:pt x="1835072" y="325900"/>
                  </a:cubicBezTo>
                  <a:lnTo>
                    <a:pt x="1835072" y="266210"/>
                  </a:lnTo>
                  <a:cubicBezTo>
                    <a:pt x="1833802" y="232458"/>
                    <a:pt x="1832532" y="223660"/>
                    <a:pt x="1832532" y="214312"/>
                  </a:cubicBezTo>
                  <a:cubicBezTo>
                    <a:pt x="1832532" y="203497"/>
                    <a:pt x="1836342" y="192499"/>
                    <a:pt x="1829992" y="181685"/>
                  </a:cubicBezTo>
                  <a:cubicBezTo>
                    <a:pt x="1822372" y="174536"/>
                    <a:pt x="1810942" y="33580"/>
                    <a:pt x="1810942" y="26431"/>
                  </a:cubicBezTo>
                  <a:cubicBezTo>
                    <a:pt x="1808402" y="21482"/>
                    <a:pt x="1807132" y="16350"/>
                    <a:pt x="1804592" y="11401"/>
                  </a:cubicBezTo>
                  <a:cubicBezTo>
                    <a:pt x="1804592" y="9934"/>
                    <a:pt x="1803322" y="8468"/>
                    <a:pt x="1802052" y="5644"/>
                  </a:cubicBezTo>
                  <a:cubicBezTo>
                    <a:pt x="1791892" y="3104"/>
                    <a:pt x="1783002" y="1834"/>
                    <a:pt x="1772842" y="564"/>
                  </a:cubicBezTo>
                  <a:cubicBezTo>
                    <a:pt x="1765222" y="-706"/>
                    <a:pt x="1757602" y="564"/>
                    <a:pt x="1751252" y="564"/>
                  </a:cubicBezTo>
                  <a:lnTo>
                    <a:pt x="5920" y="5644"/>
                  </a:lnTo>
                  <a:lnTo>
                    <a:pt x="650" y="296690"/>
                  </a:lnTo>
                  <a:close/>
                </a:path>
              </a:pathLst>
            </a:custGeom>
            <a:solidFill>
              <a:srgbClr val="FCFCF8"/>
            </a:solidFill>
          </p:spPr>
          <p:txBody>
            <a:bodyPr/>
            <a:lstStyle/>
            <a:p>
              <a:endParaRPr lang="en-AU"/>
            </a:p>
          </p:txBody>
        </p:sp>
        <p:sp>
          <p:nvSpPr>
            <p:cNvPr id="17582" name="Freeform 17">
              <a:extLst>
                <a:ext uri="{FF2B5EF4-FFF2-40B4-BE49-F238E27FC236}">
                  <a16:creationId xmlns:a16="http://schemas.microsoft.com/office/drawing/2014/main" id="{3F7A5180-1604-F49C-B1B3-963B1539F0FA}"/>
                </a:ext>
              </a:extLst>
            </p:cNvPr>
            <p:cNvSpPr/>
            <p:nvPr/>
          </p:nvSpPr>
          <p:spPr>
            <a:xfrm>
              <a:off x="11430" y="16510"/>
              <a:ext cx="1814102" cy="317716"/>
            </a:xfrm>
            <a:custGeom>
              <a:avLst/>
              <a:gdLst/>
              <a:ahLst/>
              <a:cxnLst/>
              <a:rect l="l" t="t" r="r" b="b"/>
              <a:pathLst>
                <a:path w="1814102" h="317716">
                  <a:moveTo>
                    <a:pt x="1814102" y="317716"/>
                  </a:moveTo>
                  <a:lnTo>
                    <a:pt x="0" y="310096"/>
                  </a:lnTo>
                  <a:lnTo>
                    <a:pt x="0" y="116665"/>
                  </a:lnTo>
                  <a:lnTo>
                    <a:pt x="7620" y="20320"/>
                  </a:lnTo>
                  <a:lnTo>
                    <a:pt x="903122" y="0"/>
                  </a:lnTo>
                  <a:lnTo>
                    <a:pt x="1792512" y="8890"/>
                  </a:lnTo>
                  <a:close/>
                </a:path>
              </a:pathLst>
            </a:custGeom>
            <a:solidFill>
              <a:srgbClr val="B0ECB1"/>
            </a:solidFill>
          </p:spPr>
          <p:txBody>
            <a:bodyPr/>
            <a:lstStyle/>
            <a:p>
              <a:endParaRPr lang="en-AU"/>
            </a:p>
          </p:txBody>
        </p:sp>
        <p:sp>
          <p:nvSpPr>
            <p:cNvPr id="17583" name="Freeform 18">
              <a:extLst>
                <a:ext uri="{FF2B5EF4-FFF2-40B4-BE49-F238E27FC236}">
                  <a16:creationId xmlns:a16="http://schemas.microsoft.com/office/drawing/2014/main" id="{16067485-AE12-5137-2452-CAF1616C2975}"/>
                </a:ext>
              </a:extLst>
            </p:cNvPr>
            <p:cNvSpPr/>
            <p:nvPr/>
          </p:nvSpPr>
          <p:spPr>
            <a:xfrm>
              <a:off x="-215" y="0"/>
              <a:ext cx="1838447" cy="343680"/>
            </a:xfrm>
            <a:custGeom>
              <a:avLst/>
              <a:gdLst/>
              <a:ahLst/>
              <a:cxnLst/>
              <a:rect l="l" t="t" r="r" b="b"/>
              <a:pathLst>
                <a:path w="1838447" h="343680">
                  <a:moveTo>
                    <a:pt x="1805427" y="21590"/>
                  </a:moveTo>
                  <a:cubicBezTo>
                    <a:pt x="1806697" y="34290"/>
                    <a:pt x="1806697" y="44450"/>
                    <a:pt x="1807967" y="52341"/>
                  </a:cubicBezTo>
                  <a:cubicBezTo>
                    <a:pt x="1810507" y="57290"/>
                    <a:pt x="1811777" y="62422"/>
                    <a:pt x="1814317" y="67371"/>
                  </a:cubicBezTo>
                  <a:cubicBezTo>
                    <a:pt x="1814317" y="74520"/>
                    <a:pt x="1827017" y="215476"/>
                    <a:pt x="1833367" y="222625"/>
                  </a:cubicBezTo>
                  <a:cubicBezTo>
                    <a:pt x="1839717" y="233439"/>
                    <a:pt x="1835907" y="244437"/>
                    <a:pt x="1835907" y="255252"/>
                  </a:cubicBezTo>
                  <a:cubicBezTo>
                    <a:pt x="1835907" y="264783"/>
                    <a:pt x="1837177" y="273582"/>
                    <a:pt x="1838447" y="283426"/>
                  </a:cubicBezTo>
                  <a:lnTo>
                    <a:pt x="1838447" y="343116"/>
                  </a:lnTo>
                  <a:cubicBezTo>
                    <a:pt x="1815587" y="343116"/>
                    <a:pt x="1795267" y="344386"/>
                    <a:pt x="1774947" y="343116"/>
                  </a:cubicBezTo>
                  <a:cubicBezTo>
                    <a:pt x="1685978" y="338036"/>
                    <a:pt x="1595409" y="344386"/>
                    <a:pt x="1506212" y="339306"/>
                  </a:cubicBezTo>
                  <a:cubicBezTo>
                    <a:pt x="1452694" y="335496"/>
                    <a:pt x="1400548" y="338036"/>
                    <a:pt x="1347029" y="335496"/>
                  </a:cubicBezTo>
                  <a:lnTo>
                    <a:pt x="1272927" y="331686"/>
                  </a:lnTo>
                  <a:cubicBezTo>
                    <a:pt x="1257833" y="331686"/>
                    <a:pt x="1244110" y="332956"/>
                    <a:pt x="1229015" y="332956"/>
                  </a:cubicBezTo>
                  <a:cubicBezTo>
                    <a:pt x="1190592" y="331686"/>
                    <a:pt x="1084927" y="332956"/>
                    <a:pt x="1046504" y="331686"/>
                  </a:cubicBezTo>
                  <a:cubicBezTo>
                    <a:pt x="1019059" y="330416"/>
                    <a:pt x="470154" y="339306"/>
                    <a:pt x="442709" y="338036"/>
                  </a:cubicBezTo>
                  <a:cubicBezTo>
                    <a:pt x="435848" y="338036"/>
                    <a:pt x="427614" y="339306"/>
                    <a:pt x="420753" y="339306"/>
                  </a:cubicBezTo>
                  <a:cubicBezTo>
                    <a:pt x="404286" y="339306"/>
                    <a:pt x="389191" y="340576"/>
                    <a:pt x="372724" y="340576"/>
                  </a:cubicBezTo>
                  <a:cubicBezTo>
                    <a:pt x="331556" y="340576"/>
                    <a:pt x="291760" y="339306"/>
                    <a:pt x="250592" y="338036"/>
                  </a:cubicBezTo>
                  <a:cubicBezTo>
                    <a:pt x="225892" y="336766"/>
                    <a:pt x="201191" y="335496"/>
                    <a:pt x="177862" y="334226"/>
                  </a:cubicBezTo>
                  <a:cubicBezTo>
                    <a:pt x="133950" y="332956"/>
                    <a:pt x="90038" y="331686"/>
                    <a:pt x="44753" y="331686"/>
                  </a:cubicBezTo>
                  <a:cubicBezTo>
                    <a:pt x="34505" y="331686"/>
                    <a:pt x="25615" y="331686"/>
                    <a:pt x="15455" y="330416"/>
                  </a:cubicBezTo>
                  <a:cubicBezTo>
                    <a:pt x="6565" y="329146"/>
                    <a:pt x="1485" y="322796"/>
                    <a:pt x="4025" y="313906"/>
                  </a:cubicBezTo>
                  <a:cubicBezTo>
                    <a:pt x="12915" y="282747"/>
                    <a:pt x="9105" y="278164"/>
                    <a:pt x="7835" y="273398"/>
                  </a:cubicBezTo>
                  <a:cubicBezTo>
                    <a:pt x="6565" y="263684"/>
                    <a:pt x="2755" y="254152"/>
                    <a:pt x="4025" y="244437"/>
                  </a:cubicBezTo>
                  <a:cubicBezTo>
                    <a:pt x="1485" y="232340"/>
                    <a:pt x="-3595" y="82585"/>
                    <a:pt x="4025" y="70304"/>
                  </a:cubicBezTo>
                  <a:cubicBezTo>
                    <a:pt x="5295" y="67921"/>
                    <a:pt x="4025" y="65355"/>
                    <a:pt x="5295" y="62972"/>
                  </a:cubicBezTo>
                  <a:cubicBezTo>
                    <a:pt x="6565" y="59123"/>
                    <a:pt x="9105" y="54907"/>
                    <a:pt x="10375" y="44450"/>
                  </a:cubicBezTo>
                  <a:cubicBezTo>
                    <a:pt x="10375" y="41910"/>
                    <a:pt x="11645" y="39370"/>
                    <a:pt x="12915" y="38100"/>
                  </a:cubicBezTo>
                  <a:cubicBezTo>
                    <a:pt x="34505" y="35560"/>
                    <a:pt x="55731" y="30480"/>
                    <a:pt x="77687" y="29210"/>
                  </a:cubicBezTo>
                  <a:cubicBezTo>
                    <a:pt x="114738" y="25400"/>
                    <a:pt x="151789" y="22860"/>
                    <a:pt x="190213" y="20320"/>
                  </a:cubicBezTo>
                  <a:cubicBezTo>
                    <a:pt x="216286" y="17780"/>
                    <a:pt x="242359" y="16510"/>
                    <a:pt x="267059" y="13970"/>
                  </a:cubicBezTo>
                  <a:cubicBezTo>
                    <a:pt x="291760" y="11430"/>
                    <a:pt x="317833" y="8890"/>
                    <a:pt x="342534" y="8890"/>
                  </a:cubicBezTo>
                  <a:cubicBezTo>
                    <a:pt x="369979" y="7620"/>
                    <a:pt x="397424" y="10160"/>
                    <a:pt x="424870" y="8890"/>
                  </a:cubicBezTo>
                  <a:cubicBezTo>
                    <a:pt x="459176" y="8890"/>
                    <a:pt x="1080811" y="6350"/>
                    <a:pt x="1115117" y="5080"/>
                  </a:cubicBezTo>
                  <a:cubicBezTo>
                    <a:pt x="1148052" y="3810"/>
                    <a:pt x="1180986" y="2540"/>
                    <a:pt x="1215292" y="2540"/>
                  </a:cubicBezTo>
                  <a:cubicBezTo>
                    <a:pt x="1271555" y="1270"/>
                    <a:pt x="1326446" y="0"/>
                    <a:pt x="1382708" y="0"/>
                  </a:cubicBezTo>
                  <a:cubicBezTo>
                    <a:pt x="1406037" y="0"/>
                    <a:pt x="1430737" y="2540"/>
                    <a:pt x="1454066" y="2540"/>
                  </a:cubicBezTo>
                  <a:cubicBezTo>
                    <a:pt x="1518562" y="3810"/>
                    <a:pt x="1584431" y="5080"/>
                    <a:pt x="1648927" y="7620"/>
                  </a:cubicBezTo>
                  <a:cubicBezTo>
                    <a:pt x="1683234" y="8890"/>
                    <a:pt x="1717540" y="12700"/>
                    <a:pt x="1751847" y="16510"/>
                  </a:cubicBezTo>
                  <a:lnTo>
                    <a:pt x="1774947" y="16510"/>
                  </a:lnTo>
                  <a:cubicBezTo>
                    <a:pt x="1786377" y="17780"/>
                    <a:pt x="1795267" y="20320"/>
                    <a:pt x="1805427" y="21590"/>
                  </a:cubicBezTo>
                  <a:close/>
                  <a:moveTo>
                    <a:pt x="1815587" y="326606"/>
                  </a:moveTo>
                  <a:cubicBezTo>
                    <a:pt x="1816857" y="310096"/>
                    <a:pt x="1818127" y="297396"/>
                    <a:pt x="1818127" y="284696"/>
                  </a:cubicBezTo>
                  <a:cubicBezTo>
                    <a:pt x="1816857" y="272665"/>
                    <a:pt x="1815587" y="262950"/>
                    <a:pt x="1815587" y="252502"/>
                  </a:cubicBezTo>
                  <a:cubicBezTo>
                    <a:pt x="1815587" y="247737"/>
                    <a:pt x="1818127" y="242971"/>
                    <a:pt x="1816857" y="238205"/>
                  </a:cubicBezTo>
                  <a:cubicBezTo>
                    <a:pt x="1816857" y="233806"/>
                    <a:pt x="1815587" y="229224"/>
                    <a:pt x="1814317" y="224824"/>
                  </a:cubicBezTo>
                  <a:cubicBezTo>
                    <a:pt x="1809237" y="218042"/>
                    <a:pt x="1797807" y="77636"/>
                    <a:pt x="1797807" y="70854"/>
                  </a:cubicBezTo>
                  <a:cubicBezTo>
                    <a:pt x="1795267" y="65172"/>
                    <a:pt x="1792727" y="59306"/>
                    <a:pt x="1790187" y="53624"/>
                  </a:cubicBezTo>
                  <a:cubicBezTo>
                    <a:pt x="1788917" y="44450"/>
                    <a:pt x="1787647" y="43180"/>
                    <a:pt x="1771058" y="41910"/>
                  </a:cubicBezTo>
                  <a:cubicBezTo>
                    <a:pt x="1766942" y="41910"/>
                    <a:pt x="1764197" y="41910"/>
                    <a:pt x="1760080" y="40640"/>
                  </a:cubicBezTo>
                  <a:cubicBezTo>
                    <a:pt x="1725774" y="36830"/>
                    <a:pt x="1690095" y="31750"/>
                    <a:pt x="1655788" y="30480"/>
                  </a:cubicBezTo>
                  <a:cubicBezTo>
                    <a:pt x="1572080" y="26670"/>
                    <a:pt x="1487000" y="25400"/>
                    <a:pt x="1403292" y="22860"/>
                  </a:cubicBezTo>
                  <a:lnTo>
                    <a:pt x="1304489" y="22860"/>
                  </a:lnTo>
                  <a:cubicBezTo>
                    <a:pt x="1260577" y="22860"/>
                    <a:pt x="1216665" y="22860"/>
                    <a:pt x="1174125" y="24130"/>
                  </a:cubicBezTo>
                  <a:cubicBezTo>
                    <a:pt x="1137073" y="25400"/>
                    <a:pt x="512694" y="29210"/>
                    <a:pt x="475643" y="29210"/>
                  </a:cubicBezTo>
                  <a:cubicBezTo>
                    <a:pt x="415264" y="29210"/>
                    <a:pt x="354884" y="26670"/>
                    <a:pt x="294505" y="33020"/>
                  </a:cubicBezTo>
                  <a:cubicBezTo>
                    <a:pt x="262943" y="36830"/>
                    <a:pt x="232753" y="36830"/>
                    <a:pt x="202563" y="38100"/>
                  </a:cubicBezTo>
                  <a:cubicBezTo>
                    <a:pt x="150417" y="41910"/>
                    <a:pt x="98271" y="45720"/>
                    <a:pt x="46125" y="50800"/>
                  </a:cubicBezTo>
                  <a:cubicBezTo>
                    <a:pt x="33235" y="50800"/>
                    <a:pt x="30695" y="52157"/>
                    <a:pt x="29425" y="54357"/>
                  </a:cubicBezTo>
                  <a:cubicBezTo>
                    <a:pt x="28155" y="57656"/>
                    <a:pt x="28155" y="60956"/>
                    <a:pt x="26885" y="64255"/>
                  </a:cubicBezTo>
                  <a:cubicBezTo>
                    <a:pt x="25615" y="69754"/>
                    <a:pt x="23075" y="75070"/>
                    <a:pt x="21805" y="80569"/>
                  </a:cubicBezTo>
                  <a:cubicBezTo>
                    <a:pt x="16725" y="86434"/>
                    <a:pt x="23075" y="229773"/>
                    <a:pt x="25615" y="235639"/>
                  </a:cubicBezTo>
                  <a:cubicBezTo>
                    <a:pt x="25615" y="241871"/>
                    <a:pt x="25615" y="248287"/>
                    <a:pt x="26885" y="254519"/>
                  </a:cubicBezTo>
                  <a:cubicBezTo>
                    <a:pt x="26885" y="259101"/>
                    <a:pt x="29425" y="263684"/>
                    <a:pt x="29425" y="268266"/>
                  </a:cubicBezTo>
                  <a:cubicBezTo>
                    <a:pt x="29425" y="273215"/>
                    <a:pt x="29425" y="278164"/>
                    <a:pt x="28155" y="284696"/>
                  </a:cubicBezTo>
                  <a:lnTo>
                    <a:pt x="28155" y="294856"/>
                  </a:lnTo>
                  <a:cubicBezTo>
                    <a:pt x="28155" y="305016"/>
                    <a:pt x="31965" y="308826"/>
                    <a:pt x="40855" y="308826"/>
                  </a:cubicBezTo>
                  <a:cubicBezTo>
                    <a:pt x="58476" y="308826"/>
                    <a:pt x="77687" y="310096"/>
                    <a:pt x="95527" y="310096"/>
                  </a:cubicBezTo>
                  <a:cubicBezTo>
                    <a:pt x="121600" y="310096"/>
                    <a:pt x="149045" y="307556"/>
                    <a:pt x="175118" y="310096"/>
                  </a:cubicBezTo>
                  <a:cubicBezTo>
                    <a:pt x="217658" y="313906"/>
                    <a:pt x="260198" y="316446"/>
                    <a:pt x="302738" y="315176"/>
                  </a:cubicBezTo>
                  <a:cubicBezTo>
                    <a:pt x="330183" y="313906"/>
                    <a:pt x="356256" y="316446"/>
                    <a:pt x="383702" y="316446"/>
                  </a:cubicBezTo>
                  <a:cubicBezTo>
                    <a:pt x="423497" y="316446"/>
                    <a:pt x="463293" y="315176"/>
                    <a:pt x="503088" y="316446"/>
                  </a:cubicBezTo>
                  <a:cubicBezTo>
                    <a:pt x="562096" y="317716"/>
                    <a:pt x="1209803" y="307556"/>
                    <a:pt x="1270183" y="310096"/>
                  </a:cubicBezTo>
                  <a:cubicBezTo>
                    <a:pt x="1296256" y="311366"/>
                    <a:pt x="1322329" y="312636"/>
                    <a:pt x="1347029" y="312636"/>
                  </a:cubicBezTo>
                  <a:cubicBezTo>
                    <a:pt x="1392314" y="315176"/>
                    <a:pt x="1436227" y="311366"/>
                    <a:pt x="1481511" y="315176"/>
                  </a:cubicBezTo>
                  <a:cubicBezTo>
                    <a:pt x="1518562" y="317716"/>
                    <a:pt x="1555613" y="317716"/>
                    <a:pt x="1592664" y="320256"/>
                  </a:cubicBezTo>
                  <a:cubicBezTo>
                    <a:pt x="1647555" y="324066"/>
                    <a:pt x="1702445" y="326606"/>
                    <a:pt x="1757336" y="327876"/>
                  </a:cubicBezTo>
                  <a:cubicBezTo>
                    <a:pt x="1777487" y="327876"/>
                    <a:pt x="1795267" y="326606"/>
                    <a:pt x="1815587" y="326606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AU" dirty="0"/>
            </a:p>
          </p:txBody>
        </p:sp>
      </p:grpSp>
      <p:grpSp>
        <p:nvGrpSpPr>
          <p:cNvPr id="17584" name="Group 19">
            <a:extLst>
              <a:ext uri="{FF2B5EF4-FFF2-40B4-BE49-F238E27FC236}">
                <a16:creationId xmlns:a16="http://schemas.microsoft.com/office/drawing/2014/main" id="{FCB34E06-56E9-1C3E-DED1-58F2DCE42B44}"/>
              </a:ext>
            </a:extLst>
          </p:cNvPr>
          <p:cNvGrpSpPr/>
          <p:nvPr/>
        </p:nvGrpSpPr>
        <p:grpSpPr>
          <a:xfrm>
            <a:off x="3071836" y="1957530"/>
            <a:ext cx="6048328" cy="1159637"/>
            <a:chOff x="0" y="0"/>
            <a:chExt cx="12096656" cy="2319275"/>
          </a:xfrm>
        </p:grpSpPr>
        <p:sp>
          <p:nvSpPr>
            <p:cNvPr id="17585" name="Freeform 20">
              <a:extLst>
                <a:ext uri="{FF2B5EF4-FFF2-40B4-BE49-F238E27FC236}">
                  <a16:creationId xmlns:a16="http://schemas.microsoft.com/office/drawing/2014/main" id="{607222EF-F5EB-783C-0BDD-FFC0AB978625}"/>
                </a:ext>
              </a:extLst>
            </p:cNvPr>
            <p:cNvSpPr/>
            <p:nvPr/>
          </p:nvSpPr>
          <p:spPr>
            <a:xfrm rot="-10800000">
              <a:off x="3668008" y="622214"/>
              <a:ext cx="4752945" cy="1557937"/>
            </a:xfrm>
            <a:custGeom>
              <a:avLst/>
              <a:gdLst/>
              <a:ahLst/>
              <a:cxnLst/>
              <a:rect l="l" t="t" r="r" b="b"/>
              <a:pathLst>
                <a:path w="4752945" h="1557937">
                  <a:moveTo>
                    <a:pt x="0" y="0"/>
                  </a:moveTo>
                  <a:lnTo>
                    <a:pt x="4752945" y="0"/>
                  </a:lnTo>
                  <a:lnTo>
                    <a:pt x="4752945" y="1557938"/>
                  </a:lnTo>
                  <a:lnTo>
                    <a:pt x="0" y="15579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-10067" t="-1272" r="-10923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17586" name="Freeform 21">
              <a:extLst>
                <a:ext uri="{FF2B5EF4-FFF2-40B4-BE49-F238E27FC236}">
                  <a16:creationId xmlns:a16="http://schemas.microsoft.com/office/drawing/2014/main" id="{49E4D990-1AC6-5905-4E94-87673E559BFA}"/>
                </a:ext>
              </a:extLst>
            </p:cNvPr>
            <p:cNvSpPr/>
            <p:nvPr/>
          </p:nvSpPr>
          <p:spPr>
            <a:xfrm rot="-10800000" flipH="1">
              <a:off x="10306441" y="693040"/>
              <a:ext cx="1790215" cy="1552147"/>
            </a:xfrm>
            <a:custGeom>
              <a:avLst/>
              <a:gdLst/>
              <a:ahLst/>
              <a:cxnLst/>
              <a:rect l="l" t="t" r="r" b="b"/>
              <a:pathLst>
                <a:path w="1790215" h="1552147">
                  <a:moveTo>
                    <a:pt x="1790215" y="0"/>
                  </a:moveTo>
                  <a:lnTo>
                    <a:pt x="0" y="0"/>
                  </a:lnTo>
                  <a:lnTo>
                    <a:pt x="0" y="1552147"/>
                  </a:lnTo>
                  <a:lnTo>
                    <a:pt x="1790215" y="1552147"/>
                  </a:lnTo>
                  <a:lnTo>
                    <a:pt x="1790215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-221225" b="-1650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17587" name="Freeform 22">
              <a:extLst>
                <a:ext uri="{FF2B5EF4-FFF2-40B4-BE49-F238E27FC236}">
                  <a16:creationId xmlns:a16="http://schemas.microsoft.com/office/drawing/2014/main" id="{524092C9-09C2-5027-0A41-40924ECCFA5A}"/>
                </a:ext>
              </a:extLst>
            </p:cNvPr>
            <p:cNvSpPr/>
            <p:nvPr/>
          </p:nvSpPr>
          <p:spPr>
            <a:xfrm rot="-10800000">
              <a:off x="0" y="767128"/>
              <a:ext cx="1790215" cy="1552147"/>
            </a:xfrm>
            <a:custGeom>
              <a:avLst/>
              <a:gdLst/>
              <a:ahLst/>
              <a:cxnLst/>
              <a:rect l="l" t="t" r="r" b="b"/>
              <a:pathLst>
                <a:path w="1790215" h="1552147">
                  <a:moveTo>
                    <a:pt x="0" y="0"/>
                  </a:moveTo>
                  <a:lnTo>
                    <a:pt x="1790215" y="0"/>
                  </a:lnTo>
                  <a:lnTo>
                    <a:pt x="1790215" y="1552147"/>
                  </a:lnTo>
                  <a:lnTo>
                    <a:pt x="0" y="15521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-221225" b="-1650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17588" name="Freeform 23">
              <a:extLst>
                <a:ext uri="{FF2B5EF4-FFF2-40B4-BE49-F238E27FC236}">
                  <a16:creationId xmlns:a16="http://schemas.microsoft.com/office/drawing/2014/main" id="{D3C32966-21C6-30FE-C4C1-B4878C18273F}"/>
                </a:ext>
              </a:extLst>
            </p:cNvPr>
            <p:cNvSpPr/>
            <p:nvPr/>
          </p:nvSpPr>
          <p:spPr>
            <a:xfrm rot="-10800000" flipH="1" flipV="1">
              <a:off x="1741756" y="71371"/>
              <a:ext cx="1962744" cy="1577768"/>
            </a:xfrm>
            <a:custGeom>
              <a:avLst/>
              <a:gdLst/>
              <a:ahLst/>
              <a:cxnLst/>
              <a:rect l="l" t="t" r="r" b="b"/>
              <a:pathLst>
                <a:path w="1962744" h="1577768">
                  <a:moveTo>
                    <a:pt x="1962744" y="1577768"/>
                  </a:moveTo>
                  <a:lnTo>
                    <a:pt x="0" y="1577768"/>
                  </a:lnTo>
                  <a:lnTo>
                    <a:pt x="0" y="0"/>
                  </a:lnTo>
                  <a:lnTo>
                    <a:pt x="1962744" y="0"/>
                  </a:lnTo>
                  <a:lnTo>
                    <a:pt x="1962744" y="1577768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-166536" r="-26453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17589" name="Freeform 24">
              <a:extLst>
                <a:ext uri="{FF2B5EF4-FFF2-40B4-BE49-F238E27FC236}">
                  <a16:creationId xmlns:a16="http://schemas.microsoft.com/office/drawing/2014/main" id="{1922A1DC-5E6F-A1B3-A8D7-4B39839118E5}"/>
                </a:ext>
              </a:extLst>
            </p:cNvPr>
            <p:cNvSpPr/>
            <p:nvPr/>
          </p:nvSpPr>
          <p:spPr>
            <a:xfrm rot="-10800000" flipV="1">
              <a:off x="8391932" y="0"/>
              <a:ext cx="1962744" cy="1577768"/>
            </a:xfrm>
            <a:custGeom>
              <a:avLst/>
              <a:gdLst/>
              <a:ahLst/>
              <a:cxnLst/>
              <a:rect l="l" t="t" r="r" b="b"/>
              <a:pathLst>
                <a:path w="1962744" h="1577768">
                  <a:moveTo>
                    <a:pt x="0" y="1577768"/>
                  </a:moveTo>
                  <a:lnTo>
                    <a:pt x="1962744" y="1577768"/>
                  </a:lnTo>
                  <a:lnTo>
                    <a:pt x="1962744" y="0"/>
                  </a:lnTo>
                  <a:lnTo>
                    <a:pt x="0" y="0"/>
                  </a:lnTo>
                  <a:lnTo>
                    <a:pt x="0" y="1577768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-166536" r="-26453"/>
              </a:stretch>
            </a:blip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17591" name="Group 26">
            <a:extLst>
              <a:ext uri="{FF2B5EF4-FFF2-40B4-BE49-F238E27FC236}">
                <a16:creationId xmlns:a16="http://schemas.microsoft.com/office/drawing/2014/main" id="{2BBA66E4-77FC-A750-D31A-EA9A454606B7}"/>
              </a:ext>
            </a:extLst>
          </p:cNvPr>
          <p:cNvGrpSpPr/>
          <p:nvPr/>
        </p:nvGrpSpPr>
        <p:grpSpPr>
          <a:xfrm>
            <a:off x="8305224" y="3535181"/>
            <a:ext cx="3298907" cy="2759969"/>
            <a:chOff x="0" y="0"/>
            <a:chExt cx="2418120" cy="2023074"/>
          </a:xfrm>
        </p:grpSpPr>
        <p:sp>
          <p:nvSpPr>
            <p:cNvPr id="17592" name="Freeform 27">
              <a:extLst>
                <a:ext uri="{FF2B5EF4-FFF2-40B4-BE49-F238E27FC236}">
                  <a16:creationId xmlns:a16="http://schemas.microsoft.com/office/drawing/2014/main" id="{A288ADF4-9EA0-F758-1D49-4ED2D443B342}"/>
                </a:ext>
              </a:extLst>
            </p:cNvPr>
            <p:cNvSpPr/>
            <p:nvPr/>
          </p:nvSpPr>
          <p:spPr>
            <a:xfrm>
              <a:off x="40004" y="45156"/>
              <a:ext cx="2378115" cy="1977213"/>
            </a:xfrm>
            <a:custGeom>
              <a:avLst/>
              <a:gdLst/>
              <a:ahLst/>
              <a:cxnLst/>
              <a:rect l="l" t="t" r="r" b="b"/>
              <a:pathLst>
                <a:path w="2378115" h="1977213">
                  <a:moveTo>
                    <a:pt x="636" y="1947438"/>
                  </a:moveTo>
                  <a:cubicBezTo>
                    <a:pt x="-1904" y="1956328"/>
                    <a:pt x="3176" y="1962678"/>
                    <a:pt x="15725" y="1963948"/>
                  </a:cubicBezTo>
                  <a:cubicBezTo>
                    <a:pt x="30152" y="1965218"/>
                    <a:pt x="42776" y="1965218"/>
                    <a:pt x="57203" y="1965218"/>
                  </a:cubicBezTo>
                  <a:cubicBezTo>
                    <a:pt x="114911" y="1966488"/>
                    <a:pt x="172620" y="1966488"/>
                    <a:pt x="232132" y="1967759"/>
                  </a:cubicBezTo>
                  <a:cubicBezTo>
                    <a:pt x="264592" y="1969028"/>
                    <a:pt x="297053" y="1970298"/>
                    <a:pt x="327711" y="1971568"/>
                  </a:cubicBezTo>
                  <a:cubicBezTo>
                    <a:pt x="381813" y="1972838"/>
                    <a:pt x="434111" y="1972838"/>
                    <a:pt x="488212" y="1974109"/>
                  </a:cubicBezTo>
                  <a:cubicBezTo>
                    <a:pt x="509853" y="1974109"/>
                    <a:pt x="529690" y="1974109"/>
                    <a:pt x="551331" y="1972838"/>
                  </a:cubicBezTo>
                  <a:cubicBezTo>
                    <a:pt x="560348" y="1972838"/>
                    <a:pt x="571168" y="1971568"/>
                    <a:pt x="580185" y="1971568"/>
                  </a:cubicBezTo>
                  <a:cubicBezTo>
                    <a:pt x="616253" y="1972838"/>
                    <a:pt x="1337607" y="1963948"/>
                    <a:pt x="1373675" y="1965218"/>
                  </a:cubicBezTo>
                  <a:cubicBezTo>
                    <a:pt x="1424169" y="1966488"/>
                    <a:pt x="1563030" y="1966488"/>
                    <a:pt x="1613525" y="1966488"/>
                  </a:cubicBezTo>
                  <a:cubicBezTo>
                    <a:pt x="1633362" y="1966488"/>
                    <a:pt x="1651396" y="1965218"/>
                    <a:pt x="1671233" y="1965218"/>
                  </a:cubicBezTo>
                  <a:lnTo>
                    <a:pt x="1768616" y="1969028"/>
                  </a:lnTo>
                  <a:cubicBezTo>
                    <a:pt x="1838948" y="1971568"/>
                    <a:pt x="1907477" y="1969028"/>
                    <a:pt x="1977809" y="1972838"/>
                  </a:cubicBezTo>
                  <a:cubicBezTo>
                    <a:pt x="2095029" y="1977918"/>
                    <a:pt x="2214052" y="1971568"/>
                    <a:pt x="2314616" y="1976648"/>
                  </a:cubicBezTo>
                  <a:cubicBezTo>
                    <a:pt x="2334936" y="1977918"/>
                    <a:pt x="2355256" y="1976648"/>
                    <a:pt x="2378116" y="1976648"/>
                  </a:cubicBezTo>
                  <a:lnTo>
                    <a:pt x="2378116" y="1916959"/>
                  </a:lnTo>
                  <a:cubicBezTo>
                    <a:pt x="2376846" y="1845800"/>
                    <a:pt x="2375576" y="1774098"/>
                    <a:pt x="2375576" y="1697914"/>
                  </a:cubicBezTo>
                  <a:cubicBezTo>
                    <a:pt x="2375576" y="1609780"/>
                    <a:pt x="2379386" y="1520152"/>
                    <a:pt x="2373036" y="1432018"/>
                  </a:cubicBezTo>
                  <a:cubicBezTo>
                    <a:pt x="2365416" y="1373760"/>
                    <a:pt x="2353986" y="225028"/>
                    <a:pt x="2353986" y="166770"/>
                  </a:cubicBezTo>
                  <a:cubicBezTo>
                    <a:pt x="2351446" y="126438"/>
                    <a:pt x="2350176" y="84611"/>
                    <a:pt x="2347636" y="44279"/>
                  </a:cubicBezTo>
                  <a:cubicBezTo>
                    <a:pt x="2347636" y="32328"/>
                    <a:pt x="2346366" y="20378"/>
                    <a:pt x="2345096" y="5644"/>
                  </a:cubicBezTo>
                  <a:cubicBezTo>
                    <a:pt x="2334936" y="3104"/>
                    <a:pt x="2326046" y="1834"/>
                    <a:pt x="2315886" y="564"/>
                  </a:cubicBezTo>
                  <a:cubicBezTo>
                    <a:pt x="2308266" y="-706"/>
                    <a:pt x="2300646" y="564"/>
                    <a:pt x="2294296" y="564"/>
                  </a:cubicBezTo>
                  <a:lnTo>
                    <a:pt x="6708" y="5644"/>
                  </a:lnTo>
                  <a:lnTo>
                    <a:pt x="636" y="1947438"/>
                  </a:lnTo>
                  <a:close/>
                </a:path>
              </a:pathLst>
            </a:custGeom>
            <a:solidFill>
              <a:srgbClr val="FEFA9C"/>
            </a:solidFill>
          </p:spPr>
          <p:txBody>
            <a:bodyPr/>
            <a:lstStyle/>
            <a:p>
              <a:endParaRPr lang="en-AU"/>
            </a:p>
          </p:txBody>
        </p:sp>
        <p:sp>
          <p:nvSpPr>
            <p:cNvPr id="17593" name="Freeform 28">
              <a:extLst>
                <a:ext uri="{FF2B5EF4-FFF2-40B4-BE49-F238E27FC236}">
                  <a16:creationId xmlns:a16="http://schemas.microsoft.com/office/drawing/2014/main" id="{CA6F583E-C759-2A30-446D-F618CF3DD223}"/>
                </a:ext>
              </a:extLst>
            </p:cNvPr>
            <p:cNvSpPr/>
            <p:nvPr/>
          </p:nvSpPr>
          <p:spPr>
            <a:xfrm>
              <a:off x="11430" y="16510"/>
              <a:ext cx="2357160" cy="1968465"/>
            </a:xfrm>
            <a:custGeom>
              <a:avLst/>
              <a:gdLst/>
              <a:ahLst/>
              <a:cxnLst/>
              <a:rect l="l" t="t" r="r" b="b"/>
              <a:pathLst>
                <a:path w="2357160" h="1968465">
                  <a:moveTo>
                    <a:pt x="2357160" y="1968465"/>
                  </a:moveTo>
                  <a:lnTo>
                    <a:pt x="0" y="1960844"/>
                  </a:lnTo>
                  <a:lnTo>
                    <a:pt x="0" y="697333"/>
                  </a:lnTo>
                  <a:lnTo>
                    <a:pt x="7620" y="20320"/>
                  </a:lnTo>
                  <a:lnTo>
                    <a:pt x="1176825" y="0"/>
                  </a:lnTo>
                  <a:lnTo>
                    <a:pt x="2335570" y="889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AU"/>
            </a:p>
          </p:txBody>
        </p:sp>
        <p:sp>
          <p:nvSpPr>
            <p:cNvPr id="17594" name="Freeform 29">
              <a:extLst>
                <a:ext uri="{FF2B5EF4-FFF2-40B4-BE49-F238E27FC236}">
                  <a16:creationId xmlns:a16="http://schemas.microsoft.com/office/drawing/2014/main" id="{08076091-864F-E00A-095C-EFC1463397FD}"/>
                </a:ext>
              </a:extLst>
            </p:cNvPr>
            <p:cNvSpPr/>
            <p:nvPr/>
          </p:nvSpPr>
          <p:spPr>
            <a:xfrm>
              <a:off x="-215" y="0"/>
              <a:ext cx="2381504" cy="1994429"/>
            </a:xfrm>
            <a:custGeom>
              <a:avLst/>
              <a:gdLst/>
              <a:ahLst/>
              <a:cxnLst/>
              <a:rect l="l" t="t" r="r" b="b"/>
              <a:pathLst>
                <a:path w="2381504" h="1994429">
                  <a:moveTo>
                    <a:pt x="2348485" y="21590"/>
                  </a:moveTo>
                  <a:cubicBezTo>
                    <a:pt x="2349755" y="34290"/>
                    <a:pt x="2349755" y="44450"/>
                    <a:pt x="2351025" y="55077"/>
                  </a:cubicBezTo>
                  <a:cubicBezTo>
                    <a:pt x="2353565" y="95410"/>
                    <a:pt x="2354835" y="137236"/>
                    <a:pt x="2357375" y="177569"/>
                  </a:cubicBezTo>
                  <a:cubicBezTo>
                    <a:pt x="2357375" y="235827"/>
                    <a:pt x="2370075" y="1384559"/>
                    <a:pt x="2376425" y="1442817"/>
                  </a:cubicBezTo>
                  <a:cubicBezTo>
                    <a:pt x="2382775" y="1530951"/>
                    <a:pt x="2378965" y="1620579"/>
                    <a:pt x="2378965" y="1708713"/>
                  </a:cubicBezTo>
                  <a:cubicBezTo>
                    <a:pt x="2378965" y="1786390"/>
                    <a:pt x="2380235" y="1858093"/>
                    <a:pt x="2381505" y="1934174"/>
                  </a:cubicBezTo>
                  <a:lnTo>
                    <a:pt x="2381505" y="1993865"/>
                  </a:lnTo>
                  <a:cubicBezTo>
                    <a:pt x="2358645" y="1993865"/>
                    <a:pt x="2338325" y="1995134"/>
                    <a:pt x="2318005" y="1993865"/>
                  </a:cubicBezTo>
                  <a:cubicBezTo>
                    <a:pt x="2201973" y="1988784"/>
                    <a:pt x="2082950" y="1995134"/>
                    <a:pt x="1965730" y="1990054"/>
                  </a:cubicBezTo>
                  <a:cubicBezTo>
                    <a:pt x="1895398" y="1986244"/>
                    <a:pt x="1826869" y="1988784"/>
                    <a:pt x="1756537" y="1986244"/>
                  </a:cubicBezTo>
                  <a:lnTo>
                    <a:pt x="1659154" y="1982434"/>
                  </a:lnTo>
                  <a:cubicBezTo>
                    <a:pt x="1639317" y="1982434"/>
                    <a:pt x="1621283" y="1983704"/>
                    <a:pt x="1601446" y="1983704"/>
                  </a:cubicBezTo>
                  <a:cubicBezTo>
                    <a:pt x="1550951" y="1982434"/>
                    <a:pt x="1412090" y="1983704"/>
                    <a:pt x="1361595" y="1982434"/>
                  </a:cubicBezTo>
                  <a:cubicBezTo>
                    <a:pt x="1325528" y="1981165"/>
                    <a:pt x="604174" y="1990054"/>
                    <a:pt x="568106" y="1988784"/>
                  </a:cubicBezTo>
                  <a:cubicBezTo>
                    <a:pt x="559089" y="1988784"/>
                    <a:pt x="548269" y="1990054"/>
                    <a:pt x="539252" y="1990054"/>
                  </a:cubicBezTo>
                  <a:cubicBezTo>
                    <a:pt x="517611" y="1990054"/>
                    <a:pt x="497774" y="1991324"/>
                    <a:pt x="476133" y="1991324"/>
                  </a:cubicBezTo>
                  <a:cubicBezTo>
                    <a:pt x="422032" y="1991324"/>
                    <a:pt x="369733" y="1990054"/>
                    <a:pt x="315632" y="1988784"/>
                  </a:cubicBezTo>
                  <a:cubicBezTo>
                    <a:pt x="283171" y="1987515"/>
                    <a:pt x="250710" y="1986244"/>
                    <a:pt x="220052" y="1984974"/>
                  </a:cubicBezTo>
                  <a:cubicBezTo>
                    <a:pt x="162344" y="1983704"/>
                    <a:pt x="104636" y="1982434"/>
                    <a:pt x="45124" y="1982434"/>
                  </a:cubicBezTo>
                  <a:cubicBezTo>
                    <a:pt x="34505" y="1982434"/>
                    <a:pt x="25615" y="1982434"/>
                    <a:pt x="15455" y="1981165"/>
                  </a:cubicBezTo>
                  <a:cubicBezTo>
                    <a:pt x="6565" y="1979894"/>
                    <a:pt x="1485" y="1973544"/>
                    <a:pt x="4025" y="1964654"/>
                  </a:cubicBezTo>
                  <a:cubicBezTo>
                    <a:pt x="12915" y="1932783"/>
                    <a:pt x="9105" y="1895438"/>
                    <a:pt x="7835" y="1856599"/>
                  </a:cubicBezTo>
                  <a:cubicBezTo>
                    <a:pt x="6565" y="1777428"/>
                    <a:pt x="2755" y="1699750"/>
                    <a:pt x="4025" y="1620579"/>
                  </a:cubicBezTo>
                  <a:cubicBezTo>
                    <a:pt x="1485" y="1521988"/>
                    <a:pt x="-3595" y="301554"/>
                    <a:pt x="4025" y="201470"/>
                  </a:cubicBezTo>
                  <a:cubicBezTo>
                    <a:pt x="5295" y="182050"/>
                    <a:pt x="4025" y="161137"/>
                    <a:pt x="5295" y="141718"/>
                  </a:cubicBezTo>
                  <a:cubicBezTo>
                    <a:pt x="6565" y="110348"/>
                    <a:pt x="9105" y="75991"/>
                    <a:pt x="10375" y="44450"/>
                  </a:cubicBezTo>
                  <a:cubicBezTo>
                    <a:pt x="10375" y="41910"/>
                    <a:pt x="11645" y="39370"/>
                    <a:pt x="12915" y="38100"/>
                  </a:cubicBezTo>
                  <a:cubicBezTo>
                    <a:pt x="34505" y="35560"/>
                    <a:pt x="59551" y="30480"/>
                    <a:pt x="88405" y="29210"/>
                  </a:cubicBezTo>
                  <a:cubicBezTo>
                    <a:pt x="137097" y="25400"/>
                    <a:pt x="185788" y="22860"/>
                    <a:pt x="236283" y="20320"/>
                  </a:cubicBezTo>
                  <a:cubicBezTo>
                    <a:pt x="270547" y="17780"/>
                    <a:pt x="304811" y="16510"/>
                    <a:pt x="337272" y="13970"/>
                  </a:cubicBezTo>
                  <a:cubicBezTo>
                    <a:pt x="369733" y="11430"/>
                    <a:pt x="403998" y="8890"/>
                    <a:pt x="436459" y="8890"/>
                  </a:cubicBezTo>
                  <a:cubicBezTo>
                    <a:pt x="472526" y="7620"/>
                    <a:pt x="508594" y="10160"/>
                    <a:pt x="544662" y="8890"/>
                  </a:cubicBezTo>
                  <a:cubicBezTo>
                    <a:pt x="589746" y="8890"/>
                    <a:pt x="1406680" y="6350"/>
                    <a:pt x="1451765" y="5080"/>
                  </a:cubicBezTo>
                  <a:cubicBezTo>
                    <a:pt x="1495046" y="3810"/>
                    <a:pt x="1538327" y="2540"/>
                    <a:pt x="1583412" y="2540"/>
                  </a:cubicBezTo>
                  <a:cubicBezTo>
                    <a:pt x="1657351" y="1270"/>
                    <a:pt x="1729486" y="0"/>
                    <a:pt x="1803425" y="0"/>
                  </a:cubicBezTo>
                  <a:cubicBezTo>
                    <a:pt x="1834083" y="0"/>
                    <a:pt x="1866544" y="2540"/>
                    <a:pt x="1897201" y="2540"/>
                  </a:cubicBezTo>
                  <a:cubicBezTo>
                    <a:pt x="1981960" y="3810"/>
                    <a:pt x="2068523" y="5080"/>
                    <a:pt x="2153282" y="7620"/>
                  </a:cubicBezTo>
                  <a:cubicBezTo>
                    <a:pt x="2198366" y="8890"/>
                    <a:pt x="2243451" y="12700"/>
                    <a:pt x="2288536" y="16510"/>
                  </a:cubicBezTo>
                  <a:lnTo>
                    <a:pt x="2318005" y="16510"/>
                  </a:lnTo>
                  <a:cubicBezTo>
                    <a:pt x="2329435" y="17780"/>
                    <a:pt x="2338325" y="20320"/>
                    <a:pt x="2348485" y="21590"/>
                  </a:cubicBezTo>
                  <a:close/>
                  <a:moveTo>
                    <a:pt x="2358645" y="1977354"/>
                  </a:moveTo>
                  <a:cubicBezTo>
                    <a:pt x="2359915" y="1960844"/>
                    <a:pt x="2361185" y="1948144"/>
                    <a:pt x="2361185" y="1935444"/>
                  </a:cubicBezTo>
                  <a:cubicBezTo>
                    <a:pt x="2359915" y="1850624"/>
                    <a:pt x="2358645" y="1771453"/>
                    <a:pt x="2358645" y="1686306"/>
                  </a:cubicBezTo>
                  <a:cubicBezTo>
                    <a:pt x="2358645" y="1647467"/>
                    <a:pt x="2361185" y="1608628"/>
                    <a:pt x="2359915" y="1569790"/>
                  </a:cubicBezTo>
                  <a:cubicBezTo>
                    <a:pt x="2359915" y="1533938"/>
                    <a:pt x="2358645" y="1496593"/>
                    <a:pt x="2357375" y="1460742"/>
                  </a:cubicBezTo>
                  <a:cubicBezTo>
                    <a:pt x="2352295" y="1405472"/>
                    <a:pt x="2340865" y="261222"/>
                    <a:pt x="2340865" y="205951"/>
                  </a:cubicBezTo>
                  <a:cubicBezTo>
                    <a:pt x="2338325" y="159643"/>
                    <a:pt x="2335785" y="111842"/>
                    <a:pt x="2333245" y="65534"/>
                  </a:cubicBezTo>
                  <a:cubicBezTo>
                    <a:pt x="2331975" y="44450"/>
                    <a:pt x="2330705" y="43180"/>
                    <a:pt x="2313783" y="41910"/>
                  </a:cubicBezTo>
                  <a:cubicBezTo>
                    <a:pt x="2308373" y="41910"/>
                    <a:pt x="2304766" y="41910"/>
                    <a:pt x="2299356" y="40640"/>
                  </a:cubicBezTo>
                  <a:cubicBezTo>
                    <a:pt x="2254271" y="36830"/>
                    <a:pt x="2207383" y="31750"/>
                    <a:pt x="2162299" y="30480"/>
                  </a:cubicBezTo>
                  <a:cubicBezTo>
                    <a:pt x="2052292" y="26670"/>
                    <a:pt x="1940482" y="25400"/>
                    <a:pt x="1830476" y="22860"/>
                  </a:cubicBezTo>
                  <a:lnTo>
                    <a:pt x="1700632" y="22860"/>
                  </a:lnTo>
                  <a:cubicBezTo>
                    <a:pt x="1642924" y="22860"/>
                    <a:pt x="1585215" y="22860"/>
                    <a:pt x="1529310" y="24130"/>
                  </a:cubicBezTo>
                  <a:cubicBezTo>
                    <a:pt x="1480619" y="25400"/>
                    <a:pt x="660078" y="29210"/>
                    <a:pt x="611387" y="29210"/>
                  </a:cubicBezTo>
                  <a:cubicBezTo>
                    <a:pt x="532038" y="29210"/>
                    <a:pt x="452689" y="26670"/>
                    <a:pt x="373340" y="33020"/>
                  </a:cubicBezTo>
                  <a:cubicBezTo>
                    <a:pt x="331862" y="36830"/>
                    <a:pt x="292188" y="36830"/>
                    <a:pt x="252513" y="38100"/>
                  </a:cubicBezTo>
                  <a:cubicBezTo>
                    <a:pt x="183985" y="41910"/>
                    <a:pt x="115456" y="45720"/>
                    <a:pt x="46927" y="50800"/>
                  </a:cubicBezTo>
                  <a:cubicBezTo>
                    <a:pt x="33235" y="50800"/>
                    <a:pt x="30695" y="53584"/>
                    <a:pt x="29425" y="71509"/>
                  </a:cubicBezTo>
                  <a:cubicBezTo>
                    <a:pt x="28155" y="98398"/>
                    <a:pt x="28155" y="125286"/>
                    <a:pt x="26885" y="152174"/>
                  </a:cubicBezTo>
                  <a:cubicBezTo>
                    <a:pt x="25615" y="196988"/>
                    <a:pt x="23075" y="240308"/>
                    <a:pt x="21805" y="285122"/>
                  </a:cubicBezTo>
                  <a:cubicBezTo>
                    <a:pt x="16725" y="332924"/>
                    <a:pt x="23075" y="1501075"/>
                    <a:pt x="25615" y="1548876"/>
                  </a:cubicBezTo>
                  <a:cubicBezTo>
                    <a:pt x="25615" y="1599666"/>
                    <a:pt x="25615" y="1651949"/>
                    <a:pt x="26885" y="1702738"/>
                  </a:cubicBezTo>
                  <a:cubicBezTo>
                    <a:pt x="26885" y="1740083"/>
                    <a:pt x="29425" y="1777428"/>
                    <a:pt x="29425" y="1814773"/>
                  </a:cubicBezTo>
                  <a:cubicBezTo>
                    <a:pt x="29425" y="1855105"/>
                    <a:pt x="29425" y="1895438"/>
                    <a:pt x="28155" y="1935444"/>
                  </a:cubicBezTo>
                  <a:lnTo>
                    <a:pt x="28155" y="1945604"/>
                  </a:lnTo>
                  <a:cubicBezTo>
                    <a:pt x="28155" y="1955765"/>
                    <a:pt x="31965" y="1959575"/>
                    <a:pt x="40855" y="1959575"/>
                  </a:cubicBezTo>
                  <a:cubicBezTo>
                    <a:pt x="63158" y="1959575"/>
                    <a:pt x="88405" y="1960844"/>
                    <a:pt x="111849" y="1960844"/>
                  </a:cubicBezTo>
                  <a:cubicBezTo>
                    <a:pt x="146114" y="1960844"/>
                    <a:pt x="182181" y="1958304"/>
                    <a:pt x="216446" y="1960844"/>
                  </a:cubicBezTo>
                  <a:cubicBezTo>
                    <a:pt x="272351" y="1964654"/>
                    <a:pt x="328255" y="1967194"/>
                    <a:pt x="384160" y="1965925"/>
                  </a:cubicBezTo>
                  <a:cubicBezTo>
                    <a:pt x="420228" y="1964654"/>
                    <a:pt x="454493" y="1967194"/>
                    <a:pt x="490560" y="1967194"/>
                  </a:cubicBezTo>
                  <a:cubicBezTo>
                    <a:pt x="542858" y="1967194"/>
                    <a:pt x="595157" y="1965925"/>
                    <a:pt x="647455" y="1967194"/>
                  </a:cubicBezTo>
                  <a:cubicBezTo>
                    <a:pt x="725000" y="1968465"/>
                    <a:pt x="1576198" y="1958304"/>
                    <a:pt x="1655547" y="1960844"/>
                  </a:cubicBezTo>
                  <a:cubicBezTo>
                    <a:pt x="1689812" y="1962115"/>
                    <a:pt x="1724076" y="1963385"/>
                    <a:pt x="1756537" y="1963385"/>
                  </a:cubicBezTo>
                  <a:cubicBezTo>
                    <a:pt x="1816049" y="1965925"/>
                    <a:pt x="1873757" y="1962115"/>
                    <a:pt x="1933269" y="1965925"/>
                  </a:cubicBezTo>
                  <a:cubicBezTo>
                    <a:pt x="1981960" y="1968465"/>
                    <a:pt x="2030652" y="1968465"/>
                    <a:pt x="2079343" y="1971004"/>
                  </a:cubicBezTo>
                  <a:cubicBezTo>
                    <a:pt x="2151478" y="1974815"/>
                    <a:pt x="2223614" y="1977354"/>
                    <a:pt x="2295749" y="1978625"/>
                  </a:cubicBezTo>
                  <a:cubicBezTo>
                    <a:pt x="2320545" y="1978625"/>
                    <a:pt x="2338325" y="1977354"/>
                    <a:pt x="2358645" y="1977354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17595" name="Group 30">
            <a:extLst>
              <a:ext uri="{FF2B5EF4-FFF2-40B4-BE49-F238E27FC236}">
                <a16:creationId xmlns:a16="http://schemas.microsoft.com/office/drawing/2014/main" id="{E9A1F905-9E34-9469-B167-1EE86CDA16C2}"/>
              </a:ext>
            </a:extLst>
          </p:cNvPr>
          <p:cNvGrpSpPr/>
          <p:nvPr/>
        </p:nvGrpSpPr>
        <p:grpSpPr>
          <a:xfrm>
            <a:off x="8675656" y="3080122"/>
            <a:ext cx="2594377" cy="720211"/>
            <a:chOff x="0" y="0"/>
            <a:chExt cx="1875062" cy="372326"/>
          </a:xfrm>
        </p:grpSpPr>
        <p:sp>
          <p:nvSpPr>
            <p:cNvPr id="17596" name="Freeform 31">
              <a:extLst>
                <a:ext uri="{FF2B5EF4-FFF2-40B4-BE49-F238E27FC236}">
                  <a16:creationId xmlns:a16="http://schemas.microsoft.com/office/drawing/2014/main" id="{0E8ED90E-2E0E-D4BB-923F-7DF3E667F352}"/>
                </a:ext>
              </a:extLst>
            </p:cNvPr>
            <p:cNvSpPr/>
            <p:nvPr/>
          </p:nvSpPr>
          <p:spPr>
            <a:xfrm>
              <a:off x="39990" y="45156"/>
              <a:ext cx="1835072" cy="326465"/>
            </a:xfrm>
            <a:custGeom>
              <a:avLst/>
              <a:gdLst/>
              <a:ahLst/>
              <a:cxnLst/>
              <a:rect l="l" t="t" r="r" b="b"/>
              <a:pathLst>
                <a:path w="1835072" h="326465">
                  <a:moveTo>
                    <a:pt x="650" y="296690"/>
                  </a:moveTo>
                  <a:cubicBezTo>
                    <a:pt x="-1890" y="305580"/>
                    <a:pt x="3190" y="311930"/>
                    <a:pt x="12782" y="313200"/>
                  </a:cubicBezTo>
                  <a:cubicBezTo>
                    <a:pt x="23760" y="314470"/>
                    <a:pt x="33365" y="314470"/>
                    <a:pt x="44344" y="314470"/>
                  </a:cubicBezTo>
                  <a:cubicBezTo>
                    <a:pt x="88256" y="315740"/>
                    <a:pt x="132168" y="315740"/>
                    <a:pt x="177453" y="317010"/>
                  </a:cubicBezTo>
                  <a:cubicBezTo>
                    <a:pt x="202154" y="318280"/>
                    <a:pt x="226854" y="319550"/>
                    <a:pt x="250183" y="320820"/>
                  </a:cubicBezTo>
                  <a:cubicBezTo>
                    <a:pt x="291351" y="322090"/>
                    <a:pt x="331146" y="322090"/>
                    <a:pt x="372314" y="323360"/>
                  </a:cubicBezTo>
                  <a:cubicBezTo>
                    <a:pt x="388781" y="323360"/>
                    <a:pt x="403876" y="323360"/>
                    <a:pt x="420343" y="322090"/>
                  </a:cubicBezTo>
                  <a:cubicBezTo>
                    <a:pt x="427205" y="322090"/>
                    <a:pt x="435438" y="320820"/>
                    <a:pt x="442300" y="320820"/>
                  </a:cubicBezTo>
                  <a:cubicBezTo>
                    <a:pt x="469745" y="322090"/>
                    <a:pt x="1018650" y="313200"/>
                    <a:pt x="1046095" y="314470"/>
                  </a:cubicBezTo>
                  <a:cubicBezTo>
                    <a:pt x="1084518" y="315740"/>
                    <a:pt x="1190182" y="315740"/>
                    <a:pt x="1228606" y="315740"/>
                  </a:cubicBezTo>
                  <a:cubicBezTo>
                    <a:pt x="1243701" y="315740"/>
                    <a:pt x="1257423" y="314470"/>
                    <a:pt x="1272518" y="314470"/>
                  </a:cubicBezTo>
                  <a:lnTo>
                    <a:pt x="1346620" y="318280"/>
                  </a:lnTo>
                  <a:cubicBezTo>
                    <a:pt x="1400138" y="320820"/>
                    <a:pt x="1452284" y="318280"/>
                    <a:pt x="1505802" y="322090"/>
                  </a:cubicBezTo>
                  <a:cubicBezTo>
                    <a:pt x="1595000" y="327170"/>
                    <a:pt x="1685569" y="320820"/>
                    <a:pt x="1771572" y="325900"/>
                  </a:cubicBezTo>
                  <a:cubicBezTo>
                    <a:pt x="1791892" y="327170"/>
                    <a:pt x="1812212" y="325900"/>
                    <a:pt x="1835072" y="325900"/>
                  </a:cubicBezTo>
                  <a:lnTo>
                    <a:pt x="1835072" y="266210"/>
                  </a:lnTo>
                  <a:cubicBezTo>
                    <a:pt x="1833802" y="232458"/>
                    <a:pt x="1832532" y="223660"/>
                    <a:pt x="1832532" y="214312"/>
                  </a:cubicBezTo>
                  <a:cubicBezTo>
                    <a:pt x="1832532" y="203497"/>
                    <a:pt x="1836342" y="192499"/>
                    <a:pt x="1829992" y="181685"/>
                  </a:cubicBezTo>
                  <a:cubicBezTo>
                    <a:pt x="1822372" y="174536"/>
                    <a:pt x="1810942" y="33580"/>
                    <a:pt x="1810942" y="26431"/>
                  </a:cubicBezTo>
                  <a:cubicBezTo>
                    <a:pt x="1808402" y="21482"/>
                    <a:pt x="1807132" y="16350"/>
                    <a:pt x="1804592" y="11401"/>
                  </a:cubicBezTo>
                  <a:cubicBezTo>
                    <a:pt x="1804592" y="9934"/>
                    <a:pt x="1803322" y="8468"/>
                    <a:pt x="1802052" y="5644"/>
                  </a:cubicBezTo>
                  <a:cubicBezTo>
                    <a:pt x="1791892" y="3104"/>
                    <a:pt x="1783002" y="1834"/>
                    <a:pt x="1772842" y="564"/>
                  </a:cubicBezTo>
                  <a:cubicBezTo>
                    <a:pt x="1765222" y="-706"/>
                    <a:pt x="1757602" y="564"/>
                    <a:pt x="1751252" y="564"/>
                  </a:cubicBezTo>
                  <a:lnTo>
                    <a:pt x="5920" y="5644"/>
                  </a:lnTo>
                  <a:lnTo>
                    <a:pt x="650" y="296690"/>
                  </a:lnTo>
                  <a:close/>
                </a:path>
              </a:pathLst>
            </a:custGeom>
            <a:solidFill>
              <a:srgbClr val="FCFCF8"/>
            </a:solidFill>
          </p:spPr>
          <p:txBody>
            <a:bodyPr/>
            <a:lstStyle/>
            <a:p>
              <a:endParaRPr lang="en-AU"/>
            </a:p>
          </p:txBody>
        </p:sp>
        <p:sp>
          <p:nvSpPr>
            <p:cNvPr id="17597" name="Freeform 32">
              <a:extLst>
                <a:ext uri="{FF2B5EF4-FFF2-40B4-BE49-F238E27FC236}">
                  <a16:creationId xmlns:a16="http://schemas.microsoft.com/office/drawing/2014/main" id="{1ACB6FB0-6A76-93B4-7EA0-A3DECAD6CDCA}"/>
                </a:ext>
              </a:extLst>
            </p:cNvPr>
            <p:cNvSpPr/>
            <p:nvPr/>
          </p:nvSpPr>
          <p:spPr>
            <a:xfrm>
              <a:off x="11430" y="16510"/>
              <a:ext cx="1814102" cy="317716"/>
            </a:xfrm>
            <a:custGeom>
              <a:avLst/>
              <a:gdLst/>
              <a:ahLst/>
              <a:cxnLst/>
              <a:rect l="l" t="t" r="r" b="b"/>
              <a:pathLst>
                <a:path w="1814102" h="317716">
                  <a:moveTo>
                    <a:pt x="1814102" y="317716"/>
                  </a:moveTo>
                  <a:lnTo>
                    <a:pt x="0" y="310096"/>
                  </a:lnTo>
                  <a:lnTo>
                    <a:pt x="0" y="116665"/>
                  </a:lnTo>
                  <a:lnTo>
                    <a:pt x="7620" y="20320"/>
                  </a:lnTo>
                  <a:lnTo>
                    <a:pt x="903122" y="0"/>
                  </a:lnTo>
                  <a:lnTo>
                    <a:pt x="1792512" y="8890"/>
                  </a:lnTo>
                  <a:close/>
                </a:path>
              </a:pathLst>
            </a:custGeom>
            <a:solidFill>
              <a:srgbClr val="FEFA9C"/>
            </a:solidFill>
          </p:spPr>
          <p:txBody>
            <a:bodyPr/>
            <a:lstStyle/>
            <a:p>
              <a:endParaRPr lang="en-AU"/>
            </a:p>
          </p:txBody>
        </p:sp>
        <p:sp>
          <p:nvSpPr>
            <p:cNvPr id="17598" name="Freeform 33">
              <a:extLst>
                <a:ext uri="{FF2B5EF4-FFF2-40B4-BE49-F238E27FC236}">
                  <a16:creationId xmlns:a16="http://schemas.microsoft.com/office/drawing/2014/main" id="{F0D0B618-E135-4848-493A-EFA8990573F5}"/>
                </a:ext>
              </a:extLst>
            </p:cNvPr>
            <p:cNvSpPr/>
            <p:nvPr/>
          </p:nvSpPr>
          <p:spPr>
            <a:xfrm>
              <a:off x="-215" y="0"/>
              <a:ext cx="1838447" cy="343680"/>
            </a:xfrm>
            <a:custGeom>
              <a:avLst/>
              <a:gdLst/>
              <a:ahLst/>
              <a:cxnLst/>
              <a:rect l="l" t="t" r="r" b="b"/>
              <a:pathLst>
                <a:path w="1838447" h="343680">
                  <a:moveTo>
                    <a:pt x="1805427" y="21590"/>
                  </a:moveTo>
                  <a:cubicBezTo>
                    <a:pt x="1806697" y="34290"/>
                    <a:pt x="1806697" y="44450"/>
                    <a:pt x="1807967" y="52341"/>
                  </a:cubicBezTo>
                  <a:cubicBezTo>
                    <a:pt x="1810507" y="57290"/>
                    <a:pt x="1811777" y="62422"/>
                    <a:pt x="1814317" y="67371"/>
                  </a:cubicBezTo>
                  <a:cubicBezTo>
                    <a:pt x="1814317" y="74520"/>
                    <a:pt x="1827017" y="215476"/>
                    <a:pt x="1833367" y="222625"/>
                  </a:cubicBezTo>
                  <a:cubicBezTo>
                    <a:pt x="1839717" y="233439"/>
                    <a:pt x="1835907" y="244437"/>
                    <a:pt x="1835907" y="255252"/>
                  </a:cubicBezTo>
                  <a:cubicBezTo>
                    <a:pt x="1835907" y="264783"/>
                    <a:pt x="1837177" y="273582"/>
                    <a:pt x="1838447" y="283426"/>
                  </a:cubicBezTo>
                  <a:lnTo>
                    <a:pt x="1838447" y="343116"/>
                  </a:lnTo>
                  <a:cubicBezTo>
                    <a:pt x="1815587" y="343116"/>
                    <a:pt x="1795267" y="344386"/>
                    <a:pt x="1774947" y="343116"/>
                  </a:cubicBezTo>
                  <a:cubicBezTo>
                    <a:pt x="1685978" y="338036"/>
                    <a:pt x="1595409" y="344386"/>
                    <a:pt x="1506212" y="339306"/>
                  </a:cubicBezTo>
                  <a:cubicBezTo>
                    <a:pt x="1452694" y="335496"/>
                    <a:pt x="1400548" y="338036"/>
                    <a:pt x="1347029" y="335496"/>
                  </a:cubicBezTo>
                  <a:lnTo>
                    <a:pt x="1272927" y="331686"/>
                  </a:lnTo>
                  <a:cubicBezTo>
                    <a:pt x="1257833" y="331686"/>
                    <a:pt x="1244110" y="332956"/>
                    <a:pt x="1229015" y="332956"/>
                  </a:cubicBezTo>
                  <a:cubicBezTo>
                    <a:pt x="1190592" y="331686"/>
                    <a:pt x="1084927" y="332956"/>
                    <a:pt x="1046504" y="331686"/>
                  </a:cubicBezTo>
                  <a:cubicBezTo>
                    <a:pt x="1019059" y="330416"/>
                    <a:pt x="470154" y="339306"/>
                    <a:pt x="442709" y="338036"/>
                  </a:cubicBezTo>
                  <a:cubicBezTo>
                    <a:pt x="435848" y="338036"/>
                    <a:pt x="427614" y="339306"/>
                    <a:pt x="420753" y="339306"/>
                  </a:cubicBezTo>
                  <a:cubicBezTo>
                    <a:pt x="404286" y="339306"/>
                    <a:pt x="389191" y="340576"/>
                    <a:pt x="372724" y="340576"/>
                  </a:cubicBezTo>
                  <a:cubicBezTo>
                    <a:pt x="331556" y="340576"/>
                    <a:pt x="291760" y="339306"/>
                    <a:pt x="250592" y="338036"/>
                  </a:cubicBezTo>
                  <a:cubicBezTo>
                    <a:pt x="225892" y="336766"/>
                    <a:pt x="201191" y="335496"/>
                    <a:pt x="177862" y="334226"/>
                  </a:cubicBezTo>
                  <a:cubicBezTo>
                    <a:pt x="133950" y="332956"/>
                    <a:pt x="90038" y="331686"/>
                    <a:pt x="44753" y="331686"/>
                  </a:cubicBezTo>
                  <a:cubicBezTo>
                    <a:pt x="34505" y="331686"/>
                    <a:pt x="25615" y="331686"/>
                    <a:pt x="15455" y="330416"/>
                  </a:cubicBezTo>
                  <a:cubicBezTo>
                    <a:pt x="6565" y="329146"/>
                    <a:pt x="1485" y="322796"/>
                    <a:pt x="4025" y="313906"/>
                  </a:cubicBezTo>
                  <a:cubicBezTo>
                    <a:pt x="12915" y="282747"/>
                    <a:pt x="9105" y="278164"/>
                    <a:pt x="7835" y="273398"/>
                  </a:cubicBezTo>
                  <a:cubicBezTo>
                    <a:pt x="6565" y="263684"/>
                    <a:pt x="2755" y="254152"/>
                    <a:pt x="4025" y="244437"/>
                  </a:cubicBezTo>
                  <a:cubicBezTo>
                    <a:pt x="1485" y="232340"/>
                    <a:pt x="-3595" y="82585"/>
                    <a:pt x="4025" y="70304"/>
                  </a:cubicBezTo>
                  <a:cubicBezTo>
                    <a:pt x="5295" y="67921"/>
                    <a:pt x="4025" y="65355"/>
                    <a:pt x="5295" y="62972"/>
                  </a:cubicBezTo>
                  <a:cubicBezTo>
                    <a:pt x="6565" y="59123"/>
                    <a:pt x="9105" y="54907"/>
                    <a:pt x="10375" y="44450"/>
                  </a:cubicBezTo>
                  <a:cubicBezTo>
                    <a:pt x="10375" y="41910"/>
                    <a:pt x="11645" y="39370"/>
                    <a:pt x="12915" y="38100"/>
                  </a:cubicBezTo>
                  <a:cubicBezTo>
                    <a:pt x="34505" y="35560"/>
                    <a:pt x="55731" y="30480"/>
                    <a:pt x="77687" y="29210"/>
                  </a:cubicBezTo>
                  <a:cubicBezTo>
                    <a:pt x="114738" y="25400"/>
                    <a:pt x="151789" y="22860"/>
                    <a:pt x="190213" y="20320"/>
                  </a:cubicBezTo>
                  <a:cubicBezTo>
                    <a:pt x="216286" y="17780"/>
                    <a:pt x="242359" y="16510"/>
                    <a:pt x="267059" y="13970"/>
                  </a:cubicBezTo>
                  <a:cubicBezTo>
                    <a:pt x="291760" y="11430"/>
                    <a:pt x="317833" y="8890"/>
                    <a:pt x="342534" y="8890"/>
                  </a:cubicBezTo>
                  <a:cubicBezTo>
                    <a:pt x="369979" y="7620"/>
                    <a:pt x="397424" y="10160"/>
                    <a:pt x="424870" y="8890"/>
                  </a:cubicBezTo>
                  <a:cubicBezTo>
                    <a:pt x="459176" y="8890"/>
                    <a:pt x="1080811" y="6350"/>
                    <a:pt x="1115117" y="5080"/>
                  </a:cubicBezTo>
                  <a:cubicBezTo>
                    <a:pt x="1148052" y="3810"/>
                    <a:pt x="1180986" y="2540"/>
                    <a:pt x="1215292" y="2540"/>
                  </a:cubicBezTo>
                  <a:cubicBezTo>
                    <a:pt x="1271555" y="1270"/>
                    <a:pt x="1326446" y="0"/>
                    <a:pt x="1382708" y="0"/>
                  </a:cubicBezTo>
                  <a:cubicBezTo>
                    <a:pt x="1406037" y="0"/>
                    <a:pt x="1430737" y="2540"/>
                    <a:pt x="1454066" y="2540"/>
                  </a:cubicBezTo>
                  <a:cubicBezTo>
                    <a:pt x="1518562" y="3810"/>
                    <a:pt x="1584431" y="5080"/>
                    <a:pt x="1648927" y="7620"/>
                  </a:cubicBezTo>
                  <a:cubicBezTo>
                    <a:pt x="1683234" y="8890"/>
                    <a:pt x="1717540" y="12700"/>
                    <a:pt x="1751847" y="16510"/>
                  </a:cubicBezTo>
                  <a:lnTo>
                    <a:pt x="1774947" y="16510"/>
                  </a:lnTo>
                  <a:cubicBezTo>
                    <a:pt x="1786377" y="17780"/>
                    <a:pt x="1795267" y="20320"/>
                    <a:pt x="1805427" y="21590"/>
                  </a:cubicBezTo>
                  <a:close/>
                  <a:moveTo>
                    <a:pt x="1815587" y="326606"/>
                  </a:moveTo>
                  <a:cubicBezTo>
                    <a:pt x="1816857" y="310096"/>
                    <a:pt x="1818127" y="297396"/>
                    <a:pt x="1818127" y="284696"/>
                  </a:cubicBezTo>
                  <a:cubicBezTo>
                    <a:pt x="1816857" y="272665"/>
                    <a:pt x="1815587" y="262950"/>
                    <a:pt x="1815587" y="252502"/>
                  </a:cubicBezTo>
                  <a:cubicBezTo>
                    <a:pt x="1815587" y="247737"/>
                    <a:pt x="1818127" y="242971"/>
                    <a:pt x="1816857" y="238205"/>
                  </a:cubicBezTo>
                  <a:cubicBezTo>
                    <a:pt x="1816857" y="233806"/>
                    <a:pt x="1815587" y="229224"/>
                    <a:pt x="1814317" y="224824"/>
                  </a:cubicBezTo>
                  <a:cubicBezTo>
                    <a:pt x="1809237" y="218042"/>
                    <a:pt x="1797807" y="77636"/>
                    <a:pt x="1797807" y="70854"/>
                  </a:cubicBezTo>
                  <a:cubicBezTo>
                    <a:pt x="1795267" y="65172"/>
                    <a:pt x="1792727" y="59306"/>
                    <a:pt x="1790187" y="53624"/>
                  </a:cubicBezTo>
                  <a:cubicBezTo>
                    <a:pt x="1788917" y="44450"/>
                    <a:pt x="1787647" y="43180"/>
                    <a:pt x="1771058" y="41910"/>
                  </a:cubicBezTo>
                  <a:cubicBezTo>
                    <a:pt x="1766942" y="41910"/>
                    <a:pt x="1764197" y="41910"/>
                    <a:pt x="1760080" y="40640"/>
                  </a:cubicBezTo>
                  <a:cubicBezTo>
                    <a:pt x="1725774" y="36830"/>
                    <a:pt x="1690095" y="31750"/>
                    <a:pt x="1655788" y="30480"/>
                  </a:cubicBezTo>
                  <a:cubicBezTo>
                    <a:pt x="1572080" y="26670"/>
                    <a:pt x="1487000" y="25400"/>
                    <a:pt x="1403292" y="22860"/>
                  </a:cubicBezTo>
                  <a:lnTo>
                    <a:pt x="1304489" y="22860"/>
                  </a:lnTo>
                  <a:cubicBezTo>
                    <a:pt x="1260577" y="22860"/>
                    <a:pt x="1216665" y="22860"/>
                    <a:pt x="1174125" y="24130"/>
                  </a:cubicBezTo>
                  <a:cubicBezTo>
                    <a:pt x="1137073" y="25400"/>
                    <a:pt x="512694" y="29210"/>
                    <a:pt x="475643" y="29210"/>
                  </a:cubicBezTo>
                  <a:cubicBezTo>
                    <a:pt x="415264" y="29210"/>
                    <a:pt x="354884" y="26670"/>
                    <a:pt x="294505" y="33020"/>
                  </a:cubicBezTo>
                  <a:cubicBezTo>
                    <a:pt x="262943" y="36830"/>
                    <a:pt x="232753" y="36830"/>
                    <a:pt x="202563" y="38100"/>
                  </a:cubicBezTo>
                  <a:cubicBezTo>
                    <a:pt x="150417" y="41910"/>
                    <a:pt x="98271" y="45720"/>
                    <a:pt x="46125" y="50800"/>
                  </a:cubicBezTo>
                  <a:cubicBezTo>
                    <a:pt x="33235" y="50800"/>
                    <a:pt x="30695" y="52157"/>
                    <a:pt x="29425" y="54357"/>
                  </a:cubicBezTo>
                  <a:cubicBezTo>
                    <a:pt x="28155" y="57656"/>
                    <a:pt x="28155" y="60956"/>
                    <a:pt x="26885" y="64255"/>
                  </a:cubicBezTo>
                  <a:cubicBezTo>
                    <a:pt x="25615" y="69754"/>
                    <a:pt x="23075" y="75070"/>
                    <a:pt x="21805" y="80569"/>
                  </a:cubicBezTo>
                  <a:cubicBezTo>
                    <a:pt x="16725" y="86434"/>
                    <a:pt x="23075" y="229773"/>
                    <a:pt x="25615" y="235639"/>
                  </a:cubicBezTo>
                  <a:cubicBezTo>
                    <a:pt x="25615" y="241871"/>
                    <a:pt x="25615" y="248287"/>
                    <a:pt x="26885" y="254519"/>
                  </a:cubicBezTo>
                  <a:cubicBezTo>
                    <a:pt x="26885" y="259101"/>
                    <a:pt x="29425" y="263684"/>
                    <a:pt x="29425" y="268266"/>
                  </a:cubicBezTo>
                  <a:cubicBezTo>
                    <a:pt x="29425" y="273215"/>
                    <a:pt x="29425" y="278164"/>
                    <a:pt x="28155" y="284696"/>
                  </a:cubicBezTo>
                  <a:lnTo>
                    <a:pt x="28155" y="294856"/>
                  </a:lnTo>
                  <a:cubicBezTo>
                    <a:pt x="28155" y="305016"/>
                    <a:pt x="31965" y="308826"/>
                    <a:pt x="40855" y="308826"/>
                  </a:cubicBezTo>
                  <a:cubicBezTo>
                    <a:pt x="58476" y="308826"/>
                    <a:pt x="77687" y="310096"/>
                    <a:pt x="95527" y="310096"/>
                  </a:cubicBezTo>
                  <a:cubicBezTo>
                    <a:pt x="121600" y="310096"/>
                    <a:pt x="149045" y="307556"/>
                    <a:pt x="175118" y="310096"/>
                  </a:cubicBezTo>
                  <a:cubicBezTo>
                    <a:pt x="217658" y="313906"/>
                    <a:pt x="260198" y="316446"/>
                    <a:pt x="302738" y="315176"/>
                  </a:cubicBezTo>
                  <a:cubicBezTo>
                    <a:pt x="330183" y="313906"/>
                    <a:pt x="356256" y="316446"/>
                    <a:pt x="383702" y="316446"/>
                  </a:cubicBezTo>
                  <a:cubicBezTo>
                    <a:pt x="423497" y="316446"/>
                    <a:pt x="463293" y="315176"/>
                    <a:pt x="503088" y="316446"/>
                  </a:cubicBezTo>
                  <a:cubicBezTo>
                    <a:pt x="562096" y="317716"/>
                    <a:pt x="1209803" y="307556"/>
                    <a:pt x="1270183" y="310096"/>
                  </a:cubicBezTo>
                  <a:cubicBezTo>
                    <a:pt x="1296256" y="311366"/>
                    <a:pt x="1322329" y="312636"/>
                    <a:pt x="1347029" y="312636"/>
                  </a:cubicBezTo>
                  <a:cubicBezTo>
                    <a:pt x="1392314" y="315176"/>
                    <a:pt x="1436227" y="311366"/>
                    <a:pt x="1481511" y="315176"/>
                  </a:cubicBezTo>
                  <a:cubicBezTo>
                    <a:pt x="1518562" y="317716"/>
                    <a:pt x="1555613" y="317716"/>
                    <a:pt x="1592664" y="320256"/>
                  </a:cubicBezTo>
                  <a:cubicBezTo>
                    <a:pt x="1647555" y="324066"/>
                    <a:pt x="1702445" y="326606"/>
                    <a:pt x="1757336" y="327876"/>
                  </a:cubicBezTo>
                  <a:cubicBezTo>
                    <a:pt x="1777487" y="327876"/>
                    <a:pt x="1795267" y="326606"/>
                    <a:pt x="1815587" y="326606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AU"/>
            </a:p>
          </p:txBody>
        </p:sp>
      </p:grpSp>
      <p:sp>
        <p:nvSpPr>
          <p:cNvPr id="17599" name="TextBox 34">
            <a:extLst>
              <a:ext uri="{FF2B5EF4-FFF2-40B4-BE49-F238E27FC236}">
                <a16:creationId xmlns:a16="http://schemas.microsoft.com/office/drawing/2014/main" id="{44CB0B68-77A8-F15F-F490-9BDFADAFFCB0}"/>
              </a:ext>
            </a:extLst>
          </p:cNvPr>
          <p:cNvSpPr txBox="1"/>
          <p:nvPr/>
        </p:nvSpPr>
        <p:spPr>
          <a:xfrm>
            <a:off x="1023404" y="3853988"/>
            <a:ext cx="2703265" cy="21544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lang="en-AU" sz="1400" b="1" dirty="0"/>
              <a:t>Victims:</a:t>
            </a:r>
            <a:r>
              <a:rPr lang="en-AU" sz="1400" dirty="0"/>
              <a:t> Earlier identification of distress, personalised monitoring and easier access to timely support.</a:t>
            </a:r>
          </a:p>
          <a:p>
            <a:r>
              <a:rPr lang="en-AU" sz="1400" b="1" dirty="0"/>
              <a:t>Counsellors:</a:t>
            </a:r>
            <a:r>
              <a:rPr lang="en-AU" sz="1400" dirty="0"/>
              <a:t> Risk-based case prioritisation, behavioural trends and explainable alerts for better-informed assessment.</a:t>
            </a:r>
          </a:p>
          <a:p>
            <a:r>
              <a:rPr lang="en-AU" sz="1400" b="1" dirty="0"/>
              <a:t>Authorities:</a:t>
            </a:r>
            <a:r>
              <a:rPr lang="en-AU" sz="1400" dirty="0"/>
              <a:t> Aggregated insights into cases, risk patterns and counsellor workload for improved planning.</a:t>
            </a:r>
          </a:p>
        </p:txBody>
      </p:sp>
      <p:sp>
        <p:nvSpPr>
          <p:cNvPr id="17600" name="TextBox 35">
            <a:extLst>
              <a:ext uri="{FF2B5EF4-FFF2-40B4-BE49-F238E27FC236}">
                <a16:creationId xmlns:a16="http://schemas.microsoft.com/office/drawing/2014/main" id="{C19392EC-3D96-D148-C3C8-A4BE08C4C970}"/>
              </a:ext>
            </a:extLst>
          </p:cNvPr>
          <p:cNvSpPr txBox="1"/>
          <p:nvPr/>
        </p:nvSpPr>
        <p:spPr>
          <a:xfrm>
            <a:off x="4876746" y="3906256"/>
            <a:ext cx="2585272" cy="187974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AU" sz="1200" dirty="0"/>
              <a:t>Encourages victims to seek support through a private and accessible digital platform. Continuous monitoring can help identify concerning changes earlier instead of waiting for distress to become severe.</a:t>
            </a:r>
          </a:p>
          <a:p>
            <a:r>
              <a:rPr lang="en-AU" sz="1200" dirty="0"/>
              <a:t>Human-in-the-loop intervention keeps trained counsellors at the centre while technology improves reach and continuity of support.</a:t>
            </a:r>
          </a:p>
        </p:txBody>
      </p:sp>
      <p:sp>
        <p:nvSpPr>
          <p:cNvPr id="17601" name="TextBox 36">
            <a:extLst>
              <a:ext uri="{FF2B5EF4-FFF2-40B4-BE49-F238E27FC236}">
                <a16:creationId xmlns:a16="http://schemas.microsoft.com/office/drawing/2014/main" id="{B89FF2A0-88B3-C6FF-39DF-6E8332828E61}"/>
              </a:ext>
            </a:extLst>
          </p:cNvPr>
          <p:cNvSpPr txBox="1"/>
          <p:nvPr/>
        </p:nvSpPr>
        <p:spPr>
          <a:xfrm>
            <a:off x="1330108" y="3434880"/>
            <a:ext cx="2162412" cy="2154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AU" sz="1400" b="1" dirty="0"/>
              <a:t>TARGET AUDIENCE IMPACT</a:t>
            </a:r>
            <a:endParaRPr lang="en-US" sz="1600" b="1" dirty="0">
              <a:solidFill>
                <a:srgbClr val="000000"/>
              </a:solidFill>
              <a:latin typeface="Handy Casual"/>
              <a:ea typeface="Handy Casual"/>
              <a:cs typeface="Handy Casual"/>
              <a:sym typeface="Handy Casual"/>
            </a:endParaRPr>
          </a:p>
        </p:txBody>
      </p:sp>
      <p:sp>
        <p:nvSpPr>
          <p:cNvPr id="17602" name="TextBox 37">
            <a:extLst>
              <a:ext uri="{FF2B5EF4-FFF2-40B4-BE49-F238E27FC236}">
                <a16:creationId xmlns:a16="http://schemas.microsoft.com/office/drawing/2014/main" id="{D707E899-A249-2F6A-5BA8-6C8F887C30AB}"/>
              </a:ext>
            </a:extLst>
          </p:cNvPr>
          <p:cNvSpPr txBox="1"/>
          <p:nvPr/>
        </p:nvSpPr>
        <p:spPr>
          <a:xfrm>
            <a:off x="5150766" y="3316657"/>
            <a:ext cx="2162412" cy="3693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AU" sz="2400" b="1" dirty="0"/>
              <a:t>SOCIAL BENEFITS</a:t>
            </a:r>
            <a:endParaRPr lang="en-US" sz="2401" b="1" dirty="0">
              <a:solidFill>
                <a:srgbClr val="000000"/>
              </a:solidFill>
              <a:latin typeface="Handy Casual"/>
              <a:ea typeface="Handy Casual"/>
              <a:cs typeface="Handy Casual"/>
              <a:sym typeface="Handy Casual"/>
            </a:endParaRPr>
          </a:p>
        </p:txBody>
      </p:sp>
      <p:sp>
        <p:nvSpPr>
          <p:cNvPr id="17603" name="TextBox 38">
            <a:extLst>
              <a:ext uri="{FF2B5EF4-FFF2-40B4-BE49-F238E27FC236}">
                <a16:creationId xmlns:a16="http://schemas.microsoft.com/office/drawing/2014/main" id="{55F31604-C8FA-73E7-5A1C-49AE46BCE923}"/>
              </a:ext>
            </a:extLst>
          </p:cNvPr>
          <p:cNvSpPr txBox="1"/>
          <p:nvPr/>
        </p:nvSpPr>
        <p:spPr>
          <a:xfrm>
            <a:off x="4105956" y="1177009"/>
            <a:ext cx="3995225" cy="11079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AU" b="1" dirty="0"/>
              <a:t>Early identification of distress enables timely support while helping counsellors and authorities make better-informed decisions.</a:t>
            </a:r>
            <a:endParaRPr lang="en-US" sz="1600" b="1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604" name="TextBox 39">
            <a:extLst>
              <a:ext uri="{FF2B5EF4-FFF2-40B4-BE49-F238E27FC236}">
                <a16:creationId xmlns:a16="http://schemas.microsoft.com/office/drawing/2014/main" id="{63AB0BE3-E809-65C6-F45E-D878D743CCFB}"/>
              </a:ext>
            </a:extLst>
          </p:cNvPr>
          <p:cNvSpPr txBox="1"/>
          <p:nvPr/>
        </p:nvSpPr>
        <p:spPr>
          <a:xfrm>
            <a:off x="8594853" y="3817408"/>
            <a:ext cx="2703265" cy="23698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lang="en-AU" sz="1400" dirty="0"/>
              <a:t>An open-source technology stack helps keep development and deployment costs manageable. AI-assisted prioritisation can help counsellors focus attention on higher-risk cases instead of manually monitoring every case equally.</a:t>
            </a:r>
          </a:p>
          <a:p>
            <a:r>
              <a:rPr lang="en-AU" sz="1400" dirty="0"/>
              <a:t>The modular architecture can scale across institutions and regions without rebuilding the complete system.</a:t>
            </a:r>
          </a:p>
        </p:txBody>
      </p:sp>
      <p:sp>
        <p:nvSpPr>
          <p:cNvPr id="17605" name="TextBox 40">
            <a:extLst>
              <a:ext uri="{FF2B5EF4-FFF2-40B4-BE49-F238E27FC236}">
                <a16:creationId xmlns:a16="http://schemas.microsoft.com/office/drawing/2014/main" id="{02438A9D-0A22-7087-FD9C-CE3DFCC22BD8}"/>
              </a:ext>
            </a:extLst>
          </p:cNvPr>
          <p:cNvSpPr txBox="1"/>
          <p:nvPr/>
        </p:nvSpPr>
        <p:spPr>
          <a:xfrm>
            <a:off x="8873059" y="3122882"/>
            <a:ext cx="2162412" cy="4924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AU" sz="1600" b="1" dirty="0"/>
              <a:t>ECONOMIC &amp; OPERATIONAL BENEFITS</a:t>
            </a:r>
            <a:endParaRPr lang="en-US" b="1" dirty="0">
              <a:solidFill>
                <a:srgbClr val="000000"/>
              </a:solidFill>
              <a:latin typeface="Handy Casual"/>
              <a:ea typeface="Handy Casual"/>
              <a:cs typeface="Handy Casual"/>
              <a:sym typeface="Handy Casual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936A5B2-356A-5BC5-FEFA-F61986DDA06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1500"/>
            <a:ext cx="833120" cy="833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816673" y="1574426"/>
            <a:ext cx="9385300" cy="53245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R="0" lvl="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Research papers referred to for designing the algorithm:-</a:t>
            </a:r>
          </a:p>
          <a:p>
            <a:pPr marR="0" lvl="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 marL="457200" indent="-457200" algn="just">
              <a:buFont typeface="Arial" panose="020B0604020202020204" pitchFamily="34" charset="0"/>
              <a:buChar char="•"/>
              <a:defRPr/>
            </a:pPr>
            <a:r>
              <a:rPr lang="en-AU" sz="2400" dirty="0"/>
              <a:t>“Speech as a Multimodal Digital Phenotype for Multi-Task LLM-based Mental Health Prediction” (2025) (</a:t>
            </a:r>
            <a:r>
              <a:rPr lang="en-AU" sz="2400" dirty="0">
                <a:hlinkClick r:id="rId3"/>
              </a:rPr>
              <a:t>https://arxiv.org/abs/2505.23822</a:t>
            </a:r>
            <a:r>
              <a:rPr lang="en-AU" sz="2400" dirty="0"/>
              <a:t>)</a:t>
            </a:r>
          </a:p>
          <a:p>
            <a:pPr marL="457200" indent="-457200" algn="just">
              <a:buFont typeface="Arial" panose="020B0604020202020204" pitchFamily="34" charset="0"/>
              <a:buChar char="•"/>
              <a:defRPr/>
            </a:pPr>
            <a:endParaRPr lang="en-AU" sz="2400" dirty="0"/>
          </a:p>
          <a:p>
            <a:pPr marL="457200" lvl="0" indent="-457200" algn="just">
              <a:buFont typeface="Arial" panose="020B0604020202020204" pitchFamily="34" charset="0"/>
              <a:buChar char="•"/>
              <a:defRPr/>
            </a:pPr>
            <a:r>
              <a:rPr lang="en-AU" sz="2400" dirty="0"/>
              <a:t>“Large Language Models for Depression Recognition in Spoken Language Integrating Psychological Knowledge” (2025) (</a:t>
            </a:r>
            <a:r>
              <a:rPr lang="en-AU" sz="2400" dirty="0">
                <a:hlinkClick r:id="rId4"/>
              </a:rPr>
              <a:t>https://arxiv.org/abs/2505.22863</a:t>
            </a:r>
            <a:r>
              <a:rPr lang="en-AU" sz="2400" dirty="0"/>
              <a:t>)</a:t>
            </a:r>
          </a:p>
          <a:p>
            <a:pPr marL="457200" lvl="0" indent="-457200" algn="just">
              <a:buFont typeface="Arial" panose="020B0604020202020204" pitchFamily="34" charset="0"/>
              <a:buChar char="•"/>
              <a:defRPr/>
            </a:pPr>
            <a:endParaRPr lang="en-AU" sz="2400" dirty="0"/>
          </a:p>
          <a:p>
            <a:pPr marL="457200" indent="-457200" algn="just">
              <a:buFont typeface="Arial" panose="020B0604020202020204" pitchFamily="34" charset="0"/>
              <a:buChar char="•"/>
              <a:defRPr/>
            </a:pPr>
            <a:r>
              <a:rPr lang="en-AU" sz="2400" dirty="0"/>
              <a:t>“Mixture of Experts for Recognising Depression from Interview and Reading Tasks” (2025) </a:t>
            </a:r>
          </a:p>
          <a:p>
            <a:pPr lvl="1" algn="just">
              <a:defRPr/>
            </a:pPr>
            <a:r>
              <a:rPr lang="en-AU" sz="2400" dirty="0"/>
              <a:t> (</a:t>
            </a:r>
            <a:r>
              <a:rPr lang="en-AU" sz="2400" dirty="0">
                <a:hlinkClick r:id="rId5"/>
              </a:rPr>
              <a:t>https://arxiv.org/abs/2502.20213</a:t>
            </a:r>
            <a:r>
              <a:rPr lang="en-AU" sz="2400" dirty="0"/>
              <a:t>)</a:t>
            </a:r>
          </a:p>
          <a:p>
            <a:pPr lvl="1" algn="just">
              <a:defRPr/>
            </a:pPr>
            <a:endParaRPr lang="en-AU" sz="2400" dirty="0"/>
          </a:p>
          <a:p>
            <a:pPr marL="457200" lvl="0" indent="-457200" algn="just">
              <a:buFont typeface="Arial" panose="020B0604020202020204" pitchFamily="34" charset="0"/>
              <a:buChar char="•"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0C147D6-D3D7-359E-DE35-31BF97F6905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-9245"/>
            <a:ext cx="833120" cy="833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7738</TotalTime>
  <Words>866</Words>
  <Application>Microsoft Office PowerPoint</Application>
  <PresentationFormat>Widescreen</PresentationFormat>
  <Paragraphs>132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13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20" baseType="lpstr">
      <vt:lpstr>ＭＳ Ｐゴシック</vt:lpstr>
      <vt:lpstr>Aptos</vt:lpstr>
      <vt:lpstr>Aptos Display</vt:lpstr>
      <vt:lpstr>Arial</vt:lpstr>
      <vt:lpstr>Aristotelica Pro</vt:lpstr>
      <vt:lpstr>Ballpoint</vt:lpstr>
      <vt:lpstr>Calibri</vt:lpstr>
      <vt:lpstr>Garamond</vt:lpstr>
      <vt:lpstr>Handy Casual</vt:lpstr>
      <vt:lpstr>Roboto</vt:lpstr>
      <vt:lpstr>Times New Roman</vt:lpstr>
      <vt:lpstr>TradeGothic</vt:lpstr>
      <vt:lpstr>Wingdings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Sunil kumar</cp:lastModifiedBy>
  <cp:revision>155</cp:revision>
  <dcterms:created xsi:type="dcterms:W3CDTF">2013-12-12T18:46:50Z</dcterms:created>
  <dcterms:modified xsi:type="dcterms:W3CDTF">2026-09-02T18:04:05Z</dcterms:modified>
  <cp:category/>
</cp:coreProperties>
</file>